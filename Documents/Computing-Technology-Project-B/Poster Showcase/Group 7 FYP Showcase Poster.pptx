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Lst>
  <p:sldSz cx="21383625" cy="30275213"/>
  <p:notesSz cx="6669088" cy="9926638"/>
  <p:defaultTextStyle>
    <a:defPPr>
      <a:defRPr lang="en-AU"/>
    </a:defPPr>
    <a:lvl1pPr algn="l" rtl="0" fontAlgn="base">
      <a:spcBef>
        <a:spcPct val="0"/>
      </a:spcBef>
      <a:spcAft>
        <a:spcPct val="0"/>
      </a:spcAft>
      <a:defRPr sz="5799" kern="1200">
        <a:solidFill>
          <a:schemeClr val="tx1"/>
        </a:solidFill>
        <a:latin typeface="Arial" charset="0"/>
        <a:ea typeface="+mn-ea"/>
        <a:cs typeface="+mn-cs"/>
      </a:defRPr>
    </a:lvl1pPr>
    <a:lvl2pPr marL="457062" algn="l" rtl="0" fontAlgn="base">
      <a:spcBef>
        <a:spcPct val="0"/>
      </a:spcBef>
      <a:spcAft>
        <a:spcPct val="0"/>
      </a:spcAft>
      <a:defRPr sz="5799" kern="1200">
        <a:solidFill>
          <a:schemeClr val="tx1"/>
        </a:solidFill>
        <a:latin typeface="Arial" charset="0"/>
        <a:ea typeface="+mn-ea"/>
        <a:cs typeface="+mn-cs"/>
      </a:defRPr>
    </a:lvl2pPr>
    <a:lvl3pPr marL="914124" algn="l" rtl="0" fontAlgn="base">
      <a:spcBef>
        <a:spcPct val="0"/>
      </a:spcBef>
      <a:spcAft>
        <a:spcPct val="0"/>
      </a:spcAft>
      <a:defRPr sz="5799" kern="1200">
        <a:solidFill>
          <a:schemeClr val="tx1"/>
        </a:solidFill>
        <a:latin typeface="Arial" charset="0"/>
        <a:ea typeface="+mn-ea"/>
        <a:cs typeface="+mn-cs"/>
      </a:defRPr>
    </a:lvl3pPr>
    <a:lvl4pPr marL="1371186" algn="l" rtl="0" fontAlgn="base">
      <a:spcBef>
        <a:spcPct val="0"/>
      </a:spcBef>
      <a:spcAft>
        <a:spcPct val="0"/>
      </a:spcAft>
      <a:defRPr sz="5799" kern="1200">
        <a:solidFill>
          <a:schemeClr val="tx1"/>
        </a:solidFill>
        <a:latin typeface="Arial" charset="0"/>
        <a:ea typeface="+mn-ea"/>
        <a:cs typeface="+mn-cs"/>
      </a:defRPr>
    </a:lvl4pPr>
    <a:lvl5pPr marL="1828248" algn="l" rtl="0" fontAlgn="base">
      <a:spcBef>
        <a:spcPct val="0"/>
      </a:spcBef>
      <a:spcAft>
        <a:spcPct val="0"/>
      </a:spcAft>
      <a:defRPr sz="5799" kern="1200">
        <a:solidFill>
          <a:schemeClr val="tx1"/>
        </a:solidFill>
        <a:latin typeface="Arial" charset="0"/>
        <a:ea typeface="+mn-ea"/>
        <a:cs typeface="+mn-cs"/>
      </a:defRPr>
    </a:lvl5pPr>
    <a:lvl6pPr marL="2285309" algn="l" defTabSz="914124" rtl="0" eaLnBrk="1" latinLnBrk="0" hangingPunct="1">
      <a:defRPr sz="5799" kern="1200">
        <a:solidFill>
          <a:schemeClr val="tx1"/>
        </a:solidFill>
        <a:latin typeface="Arial" charset="0"/>
        <a:ea typeface="+mn-ea"/>
        <a:cs typeface="+mn-cs"/>
      </a:defRPr>
    </a:lvl6pPr>
    <a:lvl7pPr marL="2742371" algn="l" defTabSz="914124" rtl="0" eaLnBrk="1" latinLnBrk="0" hangingPunct="1">
      <a:defRPr sz="5799" kern="1200">
        <a:solidFill>
          <a:schemeClr val="tx1"/>
        </a:solidFill>
        <a:latin typeface="Arial" charset="0"/>
        <a:ea typeface="+mn-ea"/>
        <a:cs typeface="+mn-cs"/>
      </a:defRPr>
    </a:lvl7pPr>
    <a:lvl8pPr marL="3199433" algn="l" defTabSz="914124" rtl="0" eaLnBrk="1" latinLnBrk="0" hangingPunct="1">
      <a:defRPr sz="5799" kern="1200">
        <a:solidFill>
          <a:schemeClr val="tx1"/>
        </a:solidFill>
        <a:latin typeface="Arial" charset="0"/>
        <a:ea typeface="+mn-ea"/>
        <a:cs typeface="+mn-cs"/>
      </a:defRPr>
    </a:lvl8pPr>
    <a:lvl9pPr marL="3656495" algn="l" defTabSz="914124" rtl="0" eaLnBrk="1" latinLnBrk="0" hangingPunct="1">
      <a:defRPr sz="5799"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9537" userDrawn="1">
          <p15:clr>
            <a:srgbClr val="A4A3A4"/>
          </p15:clr>
        </p15:guide>
        <p15:guide id="2" pos="6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99"/>
    <a:srgbClr val="FFCC99"/>
    <a:srgbClr val="FF9999"/>
    <a:srgbClr val="E53233"/>
    <a:srgbClr val="FF3300"/>
    <a:srgbClr val="FF0066"/>
    <a:srgbClr val="CC0000"/>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C0D498-D41C-4DFE-9F0D-BEC728D8EC8B}" v="86" dt="2026-05-14T15:12:44.545"/>
    <p1510:client id="{78EF150B-D0DC-01C6-78A4-0477FE51C041}" v="3" dt="2026-05-14T12:33:24.269"/>
    <p1510:client id="{8305D79F-67EF-C70E-2D39-B87819CB421A}" v="13" dt="2026-05-14T05:47:16.467"/>
    <p1510:client id="{8C86D8C3-D57C-417A-B36C-11B08E50EC6C}" v="624" dt="2026-05-14T15:34:13.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5" d="100"/>
          <a:sy n="35" d="100"/>
        </p:scale>
        <p:origin x="4098" y="90"/>
      </p:cViewPr>
      <p:guideLst>
        <p:guide orient="horz" pos="9537"/>
        <p:guide pos="67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137" y="9404688"/>
            <a:ext cx="18177351" cy="6490156"/>
          </a:xfrm>
        </p:spPr>
        <p:txBody>
          <a:bodyPr/>
          <a:lstStyle/>
          <a:p>
            <a:r>
              <a:rPr lang="en-US"/>
              <a:t>Click to edit Master title style</a:t>
            </a:r>
            <a:endParaRPr lang="en-MY"/>
          </a:p>
        </p:txBody>
      </p:sp>
      <p:sp>
        <p:nvSpPr>
          <p:cNvPr id="3" name="Subtitle 2"/>
          <p:cNvSpPr>
            <a:spLocks noGrp="1"/>
          </p:cNvSpPr>
          <p:nvPr>
            <p:ph type="subTitle" idx="1"/>
          </p:nvPr>
        </p:nvSpPr>
        <p:spPr>
          <a:xfrm>
            <a:off x="3207863" y="17156643"/>
            <a:ext cx="14967902" cy="7736064"/>
          </a:xfrm>
        </p:spPr>
        <p:txBody>
          <a:bodyPr/>
          <a:lstStyle>
            <a:lvl1pPr marL="0" indent="0" algn="ctr">
              <a:buNone/>
              <a:defRPr/>
            </a:lvl1pPr>
            <a:lvl2pPr marL="456480" indent="0" algn="ctr">
              <a:buNone/>
              <a:defRPr/>
            </a:lvl2pPr>
            <a:lvl3pPr marL="912961" indent="0" algn="ctr">
              <a:buNone/>
              <a:defRPr/>
            </a:lvl3pPr>
            <a:lvl4pPr marL="1369441" indent="0" algn="ctr">
              <a:buNone/>
              <a:defRPr/>
            </a:lvl4pPr>
            <a:lvl5pPr marL="1825921" indent="0" algn="ctr">
              <a:buNone/>
              <a:defRPr/>
            </a:lvl5pPr>
            <a:lvl6pPr marL="2282401" indent="0" algn="ctr">
              <a:buNone/>
              <a:defRPr/>
            </a:lvl6pPr>
            <a:lvl7pPr marL="2738882" indent="0" algn="ctr">
              <a:buNone/>
              <a:defRPr/>
            </a:lvl7pPr>
            <a:lvl8pPr marL="3195361" indent="0" algn="ctr">
              <a:buNone/>
              <a:defRPr/>
            </a:lvl8pPr>
            <a:lvl9pPr marL="3651842" indent="0" algn="ctr">
              <a:buNone/>
              <a:defRPr/>
            </a:lvl9pPr>
          </a:lstStyle>
          <a:p>
            <a:r>
              <a:rPr lang="en-US"/>
              <a:t>Click to edit Master subtitle style</a:t>
            </a:r>
            <a:endParaRPr lang="en-MY"/>
          </a:p>
        </p:txBody>
      </p:sp>
    </p:spTree>
    <p:extLst>
      <p:ext uri="{BB962C8B-B14F-4D97-AF65-F5344CB8AC3E}">
        <p14:creationId xmlns:p14="http://schemas.microsoft.com/office/powerpoint/2010/main" val="3343172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3575109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8851" y="19454577"/>
            <a:ext cx="18175764" cy="6013406"/>
          </a:xfrm>
        </p:spPr>
        <p:txBody>
          <a:bodyPr anchor="t"/>
          <a:lstStyle>
            <a:lvl1pPr algn="l">
              <a:defRPr sz="3993" b="1" cap="all"/>
            </a:lvl1pPr>
          </a:lstStyle>
          <a:p>
            <a:r>
              <a:rPr lang="en-US"/>
              <a:t>Click to edit Master title style</a:t>
            </a:r>
            <a:endParaRPr lang="en-MY"/>
          </a:p>
        </p:txBody>
      </p:sp>
      <p:sp>
        <p:nvSpPr>
          <p:cNvPr id="3" name="Text Placeholder 2"/>
          <p:cNvSpPr>
            <a:spLocks noGrp="1"/>
          </p:cNvSpPr>
          <p:nvPr>
            <p:ph type="body" idx="1"/>
          </p:nvPr>
        </p:nvSpPr>
        <p:spPr>
          <a:xfrm>
            <a:off x="1688851" y="12832521"/>
            <a:ext cx="18175764" cy="6622056"/>
          </a:xfrm>
        </p:spPr>
        <p:txBody>
          <a:bodyPr anchor="b"/>
          <a:lstStyle>
            <a:lvl1pPr marL="0" indent="0">
              <a:buNone/>
              <a:defRPr sz="1997"/>
            </a:lvl1pPr>
            <a:lvl2pPr marL="456480" indent="0">
              <a:buNone/>
              <a:defRPr sz="1797"/>
            </a:lvl2pPr>
            <a:lvl3pPr marL="912961" indent="0">
              <a:buNone/>
              <a:defRPr sz="1598"/>
            </a:lvl3pPr>
            <a:lvl4pPr marL="1369441" indent="0">
              <a:buNone/>
              <a:defRPr sz="1398"/>
            </a:lvl4pPr>
            <a:lvl5pPr marL="1825921" indent="0">
              <a:buNone/>
              <a:defRPr sz="1398"/>
            </a:lvl5pPr>
            <a:lvl6pPr marL="2282401" indent="0">
              <a:buNone/>
              <a:defRPr sz="1398"/>
            </a:lvl6pPr>
            <a:lvl7pPr marL="2738882" indent="0">
              <a:buNone/>
              <a:defRPr sz="1398"/>
            </a:lvl7pPr>
            <a:lvl8pPr marL="3195361" indent="0">
              <a:buNone/>
              <a:defRPr sz="1398"/>
            </a:lvl8pPr>
            <a:lvl9pPr marL="3651842" indent="0">
              <a:buNone/>
              <a:defRPr sz="1398"/>
            </a:lvl9pPr>
          </a:lstStyle>
          <a:p>
            <a:pPr lvl="0"/>
            <a:r>
              <a:rPr lang="en-US"/>
              <a:t>Click to edit Master text styles</a:t>
            </a:r>
          </a:p>
        </p:txBody>
      </p:sp>
    </p:spTree>
    <p:extLst>
      <p:ext uri="{BB962C8B-B14F-4D97-AF65-F5344CB8AC3E}">
        <p14:creationId xmlns:p14="http://schemas.microsoft.com/office/powerpoint/2010/main" val="1167115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1079340" y="4683275"/>
            <a:ext cx="9531523" cy="23057218"/>
          </a:xfrm>
        </p:spPr>
        <p:txBody>
          <a:bodyPr/>
          <a:lstStyle>
            <a:lvl1pPr>
              <a:defRPr sz="2796"/>
            </a:lvl1pPr>
            <a:lvl2pPr>
              <a:defRPr sz="2396"/>
            </a:lvl2pPr>
            <a:lvl3pPr>
              <a:defRPr sz="1997"/>
            </a:lvl3pPr>
            <a:lvl4pPr>
              <a:defRPr sz="1797"/>
            </a:lvl4pPr>
            <a:lvl5pPr>
              <a:defRPr sz="1797"/>
            </a:lvl5pPr>
            <a:lvl6pPr>
              <a:defRPr sz="1797"/>
            </a:lvl6pPr>
            <a:lvl7pPr>
              <a:defRPr sz="1797"/>
            </a:lvl7pPr>
            <a:lvl8pPr>
              <a:defRPr sz="1797"/>
            </a:lvl8pPr>
            <a:lvl9pPr>
              <a:defRPr sz="179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10763241" y="4683275"/>
            <a:ext cx="9531522" cy="23057218"/>
          </a:xfrm>
        </p:spPr>
        <p:txBody>
          <a:bodyPr/>
          <a:lstStyle>
            <a:lvl1pPr>
              <a:defRPr sz="2796"/>
            </a:lvl1pPr>
            <a:lvl2pPr>
              <a:defRPr sz="2396"/>
            </a:lvl2pPr>
            <a:lvl3pPr>
              <a:defRPr sz="1997"/>
            </a:lvl3pPr>
            <a:lvl4pPr>
              <a:defRPr sz="1797"/>
            </a:lvl4pPr>
            <a:lvl5pPr>
              <a:defRPr sz="1797"/>
            </a:lvl5pPr>
            <a:lvl6pPr>
              <a:defRPr sz="1797"/>
            </a:lvl6pPr>
            <a:lvl7pPr>
              <a:defRPr sz="1797"/>
            </a:lvl7pPr>
            <a:lvl8pPr>
              <a:defRPr sz="1797"/>
            </a:lvl8pPr>
            <a:lvl9pPr>
              <a:defRPr sz="179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561556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816" y="1212535"/>
            <a:ext cx="19243993" cy="5045603"/>
          </a:xfrm>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1069817" y="6776207"/>
            <a:ext cx="9447397" cy="2825539"/>
          </a:xfrm>
        </p:spPr>
        <p:txBody>
          <a:bodyPr anchor="b"/>
          <a:lstStyle>
            <a:lvl1pPr marL="0" indent="0">
              <a:buNone/>
              <a:defRPr sz="2396" b="1"/>
            </a:lvl1pPr>
            <a:lvl2pPr marL="456480" indent="0">
              <a:buNone/>
              <a:defRPr sz="1997" b="1"/>
            </a:lvl2pPr>
            <a:lvl3pPr marL="912961" indent="0">
              <a:buNone/>
              <a:defRPr sz="1797" b="1"/>
            </a:lvl3pPr>
            <a:lvl4pPr marL="1369441" indent="0">
              <a:buNone/>
              <a:defRPr sz="1598" b="1"/>
            </a:lvl4pPr>
            <a:lvl5pPr marL="1825921" indent="0">
              <a:buNone/>
              <a:defRPr sz="1598" b="1"/>
            </a:lvl5pPr>
            <a:lvl6pPr marL="2282401" indent="0">
              <a:buNone/>
              <a:defRPr sz="1598" b="1"/>
            </a:lvl6pPr>
            <a:lvl7pPr marL="2738882" indent="0">
              <a:buNone/>
              <a:defRPr sz="1598" b="1"/>
            </a:lvl7pPr>
            <a:lvl8pPr marL="3195361" indent="0">
              <a:buNone/>
              <a:defRPr sz="1598" b="1"/>
            </a:lvl8pPr>
            <a:lvl9pPr marL="3651842" indent="0">
              <a:buNone/>
              <a:defRPr sz="1598" b="1"/>
            </a:lvl9pPr>
          </a:lstStyle>
          <a:p>
            <a:pPr lvl="0"/>
            <a:r>
              <a:rPr lang="en-US"/>
              <a:t>Click to edit Master text styles</a:t>
            </a:r>
          </a:p>
        </p:txBody>
      </p:sp>
      <p:sp>
        <p:nvSpPr>
          <p:cNvPr id="4" name="Content Placeholder 3"/>
          <p:cNvSpPr>
            <a:spLocks noGrp="1"/>
          </p:cNvSpPr>
          <p:nvPr>
            <p:ph sz="half" idx="2"/>
          </p:nvPr>
        </p:nvSpPr>
        <p:spPr>
          <a:xfrm>
            <a:off x="1069817" y="9601745"/>
            <a:ext cx="9447397" cy="17442693"/>
          </a:xfrm>
        </p:spPr>
        <p:txBody>
          <a:bodyPr/>
          <a:lstStyle>
            <a:lvl1pPr>
              <a:defRPr sz="2396"/>
            </a:lvl1pPr>
            <a:lvl2pPr>
              <a:defRPr sz="1997"/>
            </a:lvl2pPr>
            <a:lvl3pPr>
              <a:defRPr sz="1797"/>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10863239" y="6776207"/>
            <a:ext cx="9450572" cy="2825539"/>
          </a:xfrm>
        </p:spPr>
        <p:txBody>
          <a:bodyPr anchor="b"/>
          <a:lstStyle>
            <a:lvl1pPr marL="0" indent="0">
              <a:buNone/>
              <a:defRPr sz="2396" b="1"/>
            </a:lvl1pPr>
            <a:lvl2pPr marL="456480" indent="0">
              <a:buNone/>
              <a:defRPr sz="1997" b="1"/>
            </a:lvl2pPr>
            <a:lvl3pPr marL="912961" indent="0">
              <a:buNone/>
              <a:defRPr sz="1797" b="1"/>
            </a:lvl3pPr>
            <a:lvl4pPr marL="1369441" indent="0">
              <a:buNone/>
              <a:defRPr sz="1598" b="1"/>
            </a:lvl4pPr>
            <a:lvl5pPr marL="1825921" indent="0">
              <a:buNone/>
              <a:defRPr sz="1598" b="1"/>
            </a:lvl5pPr>
            <a:lvl6pPr marL="2282401" indent="0">
              <a:buNone/>
              <a:defRPr sz="1598" b="1"/>
            </a:lvl6pPr>
            <a:lvl7pPr marL="2738882" indent="0">
              <a:buNone/>
              <a:defRPr sz="1598" b="1"/>
            </a:lvl7pPr>
            <a:lvl8pPr marL="3195361" indent="0">
              <a:buNone/>
              <a:defRPr sz="1598" b="1"/>
            </a:lvl8pPr>
            <a:lvl9pPr marL="3651842" indent="0">
              <a:buNone/>
              <a:defRPr sz="1598" b="1"/>
            </a:lvl9pPr>
          </a:lstStyle>
          <a:p>
            <a:pPr lvl="0"/>
            <a:r>
              <a:rPr lang="en-US"/>
              <a:t>Click to edit Master text styles</a:t>
            </a:r>
          </a:p>
        </p:txBody>
      </p:sp>
      <p:sp>
        <p:nvSpPr>
          <p:cNvPr id="6" name="Content Placeholder 5"/>
          <p:cNvSpPr>
            <a:spLocks noGrp="1"/>
          </p:cNvSpPr>
          <p:nvPr>
            <p:ph sz="quarter" idx="4"/>
          </p:nvPr>
        </p:nvSpPr>
        <p:spPr>
          <a:xfrm>
            <a:off x="10863239" y="9601745"/>
            <a:ext cx="9450572" cy="17442693"/>
          </a:xfrm>
        </p:spPr>
        <p:txBody>
          <a:bodyPr/>
          <a:lstStyle>
            <a:lvl1pPr>
              <a:defRPr sz="2396"/>
            </a:lvl1pPr>
            <a:lvl2pPr>
              <a:defRPr sz="1997"/>
            </a:lvl2pPr>
            <a:lvl3pPr>
              <a:defRPr sz="1797"/>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2667459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Tree>
    <p:extLst>
      <p:ext uri="{BB962C8B-B14F-4D97-AF65-F5344CB8AC3E}">
        <p14:creationId xmlns:p14="http://schemas.microsoft.com/office/powerpoint/2010/main" val="476155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703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816" y="1206178"/>
            <a:ext cx="7034756" cy="5129830"/>
          </a:xfrm>
        </p:spPr>
        <p:txBody>
          <a:bodyPr anchor="b"/>
          <a:lstStyle>
            <a:lvl1pPr algn="l">
              <a:defRPr sz="1997" b="1"/>
            </a:lvl1pPr>
          </a:lstStyle>
          <a:p>
            <a:r>
              <a:rPr lang="en-US"/>
              <a:t>Click to edit Master title style</a:t>
            </a:r>
            <a:endParaRPr lang="en-MY"/>
          </a:p>
        </p:txBody>
      </p:sp>
      <p:sp>
        <p:nvSpPr>
          <p:cNvPr id="3" name="Content Placeholder 2"/>
          <p:cNvSpPr>
            <a:spLocks noGrp="1"/>
          </p:cNvSpPr>
          <p:nvPr>
            <p:ph idx="1"/>
          </p:nvPr>
        </p:nvSpPr>
        <p:spPr>
          <a:xfrm>
            <a:off x="8360122" y="1206179"/>
            <a:ext cx="11953687" cy="25838259"/>
          </a:xfrm>
        </p:spPr>
        <p:txBody>
          <a:bodyPr/>
          <a:lstStyle>
            <a:lvl1pPr>
              <a:defRPr sz="3195"/>
            </a:lvl1pPr>
            <a:lvl2pPr>
              <a:defRPr sz="2796"/>
            </a:lvl2pPr>
            <a:lvl3pPr>
              <a:defRPr sz="2396"/>
            </a:lvl3pPr>
            <a:lvl4pPr>
              <a:defRPr sz="1997"/>
            </a:lvl4pPr>
            <a:lvl5pPr>
              <a:defRPr sz="1997"/>
            </a:lvl5pPr>
            <a:lvl6pPr>
              <a:defRPr sz="1997"/>
            </a:lvl6pPr>
            <a:lvl7pPr>
              <a:defRPr sz="1997"/>
            </a:lvl7pPr>
            <a:lvl8pPr>
              <a:defRPr sz="1997"/>
            </a:lvl8pPr>
            <a:lvl9pPr>
              <a:defRPr sz="199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1069816" y="6336008"/>
            <a:ext cx="7034756" cy="20708429"/>
          </a:xfrm>
        </p:spPr>
        <p:txBody>
          <a:bodyPr/>
          <a:lstStyle>
            <a:lvl1pPr marL="0" indent="0">
              <a:buNone/>
              <a:defRPr sz="1398"/>
            </a:lvl1pPr>
            <a:lvl2pPr marL="456480" indent="0">
              <a:buNone/>
              <a:defRPr sz="1198"/>
            </a:lvl2pPr>
            <a:lvl3pPr marL="912961" indent="0">
              <a:buNone/>
              <a:defRPr sz="999"/>
            </a:lvl3pPr>
            <a:lvl4pPr marL="1369441" indent="0">
              <a:buNone/>
              <a:defRPr sz="898"/>
            </a:lvl4pPr>
            <a:lvl5pPr marL="1825921" indent="0">
              <a:buNone/>
              <a:defRPr sz="898"/>
            </a:lvl5pPr>
            <a:lvl6pPr marL="2282401" indent="0">
              <a:buNone/>
              <a:defRPr sz="898"/>
            </a:lvl6pPr>
            <a:lvl7pPr marL="2738882" indent="0">
              <a:buNone/>
              <a:defRPr sz="898"/>
            </a:lvl7pPr>
            <a:lvl8pPr marL="3195361" indent="0">
              <a:buNone/>
              <a:defRPr sz="898"/>
            </a:lvl8pPr>
            <a:lvl9pPr marL="3651842" indent="0">
              <a:buNone/>
              <a:defRPr sz="898"/>
            </a:lvl9pPr>
          </a:lstStyle>
          <a:p>
            <a:pPr lvl="0"/>
            <a:r>
              <a:rPr lang="en-US"/>
              <a:t>Click to edit Master text styles</a:t>
            </a:r>
          </a:p>
        </p:txBody>
      </p:sp>
    </p:spTree>
    <p:extLst>
      <p:ext uri="{BB962C8B-B14F-4D97-AF65-F5344CB8AC3E}">
        <p14:creationId xmlns:p14="http://schemas.microsoft.com/office/powerpoint/2010/main" val="1419410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966" y="21193126"/>
            <a:ext cx="12829857" cy="2501349"/>
          </a:xfrm>
        </p:spPr>
        <p:txBody>
          <a:bodyPr anchor="b"/>
          <a:lstStyle>
            <a:lvl1pPr algn="l">
              <a:defRPr sz="1997" b="1"/>
            </a:lvl1pPr>
          </a:lstStyle>
          <a:p>
            <a:r>
              <a:rPr lang="en-US"/>
              <a:t>Click to edit Master title style</a:t>
            </a:r>
            <a:endParaRPr lang="en-MY"/>
          </a:p>
        </p:txBody>
      </p:sp>
      <p:sp>
        <p:nvSpPr>
          <p:cNvPr id="3" name="Picture Placeholder 2"/>
          <p:cNvSpPr>
            <a:spLocks noGrp="1"/>
          </p:cNvSpPr>
          <p:nvPr>
            <p:ph type="pic" idx="1"/>
          </p:nvPr>
        </p:nvSpPr>
        <p:spPr>
          <a:xfrm>
            <a:off x="4191966" y="2704762"/>
            <a:ext cx="12829857" cy="18165764"/>
          </a:xfrm>
        </p:spPr>
        <p:txBody>
          <a:bodyPr/>
          <a:lstStyle>
            <a:lvl1pPr marL="0" indent="0">
              <a:buNone/>
              <a:defRPr sz="3195"/>
            </a:lvl1pPr>
            <a:lvl2pPr marL="456480" indent="0">
              <a:buNone/>
              <a:defRPr sz="2796"/>
            </a:lvl2pPr>
            <a:lvl3pPr marL="912961" indent="0">
              <a:buNone/>
              <a:defRPr sz="2396"/>
            </a:lvl3pPr>
            <a:lvl4pPr marL="1369441" indent="0">
              <a:buNone/>
              <a:defRPr sz="1997"/>
            </a:lvl4pPr>
            <a:lvl5pPr marL="1825921" indent="0">
              <a:buNone/>
              <a:defRPr sz="1997"/>
            </a:lvl5pPr>
            <a:lvl6pPr marL="2282401" indent="0">
              <a:buNone/>
              <a:defRPr sz="1997"/>
            </a:lvl6pPr>
            <a:lvl7pPr marL="2738882" indent="0">
              <a:buNone/>
              <a:defRPr sz="1997"/>
            </a:lvl7pPr>
            <a:lvl8pPr marL="3195361" indent="0">
              <a:buNone/>
              <a:defRPr sz="1997"/>
            </a:lvl8pPr>
            <a:lvl9pPr marL="3651842" indent="0">
              <a:buNone/>
              <a:defRPr sz="1997"/>
            </a:lvl9pPr>
          </a:lstStyle>
          <a:p>
            <a:pPr lvl="0"/>
            <a:endParaRPr lang="en-MY" noProof="0"/>
          </a:p>
        </p:txBody>
      </p:sp>
      <p:sp>
        <p:nvSpPr>
          <p:cNvPr id="4" name="Text Placeholder 3"/>
          <p:cNvSpPr>
            <a:spLocks noGrp="1"/>
          </p:cNvSpPr>
          <p:nvPr>
            <p:ph type="body" sz="half" idx="2"/>
          </p:nvPr>
        </p:nvSpPr>
        <p:spPr>
          <a:xfrm>
            <a:off x="4191966" y="23694475"/>
            <a:ext cx="12829857" cy="3553376"/>
          </a:xfrm>
        </p:spPr>
        <p:txBody>
          <a:bodyPr/>
          <a:lstStyle>
            <a:lvl1pPr marL="0" indent="0">
              <a:buNone/>
              <a:defRPr sz="1398"/>
            </a:lvl1pPr>
            <a:lvl2pPr marL="456480" indent="0">
              <a:buNone/>
              <a:defRPr sz="1198"/>
            </a:lvl2pPr>
            <a:lvl3pPr marL="912961" indent="0">
              <a:buNone/>
              <a:defRPr sz="999"/>
            </a:lvl3pPr>
            <a:lvl4pPr marL="1369441" indent="0">
              <a:buNone/>
              <a:defRPr sz="898"/>
            </a:lvl4pPr>
            <a:lvl5pPr marL="1825921" indent="0">
              <a:buNone/>
              <a:defRPr sz="898"/>
            </a:lvl5pPr>
            <a:lvl6pPr marL="2282401" indent="0">
              <a:buNone/>
              <a:defRPr sz="898"/>
            </a:lvl6pPr>
            <a:lvl7pPr marL="2738882" indent="0">
              <a:buNone/>
              <a:defRPr sz="898"/>
            </a:lvl7pPr>
            <a:lvl8pPr marL="3195361" indent="0">
              <a:buNone/>
              <a:defRPr sz="898"/>
            </a:lvl8pPr>
            <a:lvl9pPr marL="3651842" indent="0">
              <a:buNone/>
              <a:defRPr sz="898"/>
            </a:lvl9pPr>
          </a:lstStyle>
          <a:p>
            <a:pPr lvl="0"/>
            <a:r>
              <a:rPr lang="en-US"/>
              <a:t>Click to edit Master text styles</a:t>
            </a:r>
          </a:p>
        </p:txBody>
      </p:sp>
    </p:spTree>
    <p:extLst>
      <p:ext uri="{BB962C8B-B14F-4D97-AF65-F5344CB8AC3E}">
        <p14:creationId xmlns:p14="http://schemas.microsoft.com/office/powerpoint/2010/main" val="789719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2478655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w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79341" y="1080918"/>
            <a:ext cx="19215422" cy="3061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95022" tIns="147511" rIns="295022" bIns="147511" numCol="1" anchor="ctr" anchorCtr="0" compatLnSpc="1">
            <a:prstTxWarp prst="textNoShape">
              <a:avLst/>
            </a:prstTxWarp>
          </a:bodyPr>
          <a:lstStyle/>
          <a:p>
            <a:pPr lvl="0"/>
            <a:r>
              <a:rPr lang="en-AU" altLang="en-US"/>
              <a:t>Project Title</a:t>
            </a:r>
          </a:p>
        </p:txBody>
      </p:sp>
      <p:sp>
        <p:nvSpPr>
          <p:cNvPr id="1027" name="Rectangle 3"/>
          <p:cNvSpPr>
            <a:spLocks noGrp="1" noChangeArrowheads="1"/>
          </p:cNvSpPr>
          <p:nvPr>
            <p:ph type="body" idx="1"/>
          </p:nvPr>
        </p:nvSpPr>
        <p:spPr bwMode="auto">
          <a:xfrm>
            <a:off x="1079341" y="4683977"/>
            <a:ext cx="19215422" cy="23056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95022" tIns="147511" rIns="295022" bIns="147511" numCol="1" anchor="t" anchorCtr="0" compatLnSpc="1">
            <a:prstTxWarp prst="textNoShape">
              <a:avLst/>
            </a:prstTxWarp>
          </a:bodyPr>
          <a:lstStyle/>
          <a:p>
            <a:pPr lvl="0"/>
            <a:r>
              <a:rPr lang="en-AU" altLang="en-US"/>
              <a:t>Click to edit Master text styles</a:t>
            </a:r>
          </a:p>
          <a:p>
            <a:pPr lvl="1"/>
            <a:r>
              <a:rPr lang="en-AU" altLang="en-US"/>
              <a:t>Second level</a:t>
            </a:r>
          </a:p>
          <a:p>
            <a:pPr lvl="2"/>
            <a:r>
              <a:rPr lang="en-AU" altLang="en-US"/>
              <a:t>Third level</a:t>
            </a:r>
          </a:p>
          <a:p>
            <a:pPr lvl="3"/>
            <a:r>
              <a:rPr lang="en-AU" altLang="en-US"/>
              <a:t>Fourth level</a:t>
            </a:r>
          </a:p>
          <a:p>
            <a:pPr lvl="4"/>
            <a:r>
              <a:rPr lang="en-AU" altLang="en-US"/>
              <a:t>Fifth level</a:t>
            </a:r>
          </a:p>
        </p:txBody>
      </p:sp>
      <p:pic>
        <p:nvPicPr>
          <p:cNvPr id="1028" name="Picture 2" descr="crest_30pc"/>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r="4385" b="2248"/>
          <a:stretch>
            <a:fillRect/>
          </a:stretch>
        </p:blipFill>
        <p:spPr bwMode="auto">
          <a:xfrm>
            <a:off x="18323380" y="522206"/>
            <a:ext cx="2450736" cy="359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9"/>
          <p:cNvSpPr>
            <a:spLocks noChangeArrowheads="1"/>
          </p:cNvSpPr>
          <p:nvPr userDrawn="1"/>
        </p:nvSpPr>
        <p:spPr bwMode="auto">
          <a:xfrm>
            <a:off x="539670" y="539666"/>
            <a:ext cx="20301111" cy="29191122"/>
          </a:xfrm>
          <a:prstGeom prst="rect">
            <a:avLst/>
          </a:prstGeom>
          <a:noFill/>
          <a:ln w="76200">
            <a:solidFill>
              <a:srgbClr val="E532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5800">
                <a:solidFill>
                  <a:schemeClr val="tx1"/>
                </a:solidFill>
                <a:latin typeface="Arial" charset="0"/>
              </a:defRPr>
            </a:lvl1pPr>
            <a:lvl2pPr marL="742950" indent="-285750" eaLnBrk="0" hangingPunct="0">
              <a:defRPr sz="5800">
                <a:solidFill>
                  <a:schemeClr val="tx1"/>
                </a:solidFill>
                <a:latin typeface="Arial" charset="0"/>
              </a:defRPr>
            </a:lvl2pPr>
            <a:lvl3pPr marL="1143000" indent="-228600" eaLnBrk="0" hangingPunct="0">
              <a:defRPr sz="5800">
                <a:solidFill>
                  <a:schemeClr val="tx1"/>
                </a:solidFill>
                <a:latin typeface="Arial" charset="0"/>
              </a:defRPr>
            </a:lvl3pPr>
            <a:lvl4pPr marL="1600200" indent="-228600" eaLnBrk="0" hangingPunct="0">
              <a:defRPr sz="5800">
                <a:solidFill>
                  <a:schemeClr val="tx1"/>
                </a:solidFill>
                <a:latin typeface="Arial" charset="0"/>
              </a:defRPr>
            </a:lvl4pPr>
            <a:lvl5pPr marL="2057400" indent="-228600" eaLnBrk="0" hangingPunct="0">
              <a:defRPr sz="5800">
                <a:solidFill>
                  <a:schemeClr val="tx1"/>
                </a:solidFill>
                <a:latin typeface="Arial" charset="0"/>
              </a:defRPr>
            </a:lvl5pPr>
            <a:lvl6pPr marL="2514600" indent="-228600" eaLnBrk="0" fontAlgn="base" hangingPunct="0">
              <a:spcBef>
                <a:spcPct val="0"/>
              </a:spcBef>
              <a:spcAft>
                <a:spcPct val="0"/>
              </a:spcAft>
              <a:defRPr sz="5800">
                <a:solidFill>
                  <a:schemeClr val="tx1"/>
                </a:solidFill>
                <a:latin typeface="Arial" charset="0"/>
              </a:defRPr>
            </a:lvl6pPr>
            <a:lvl7pPr marL="2971800" indent="-228600" eaLnBrk="0" fontAlgn="base" hangingPunct="0">
              <a:spcBef>
                <a:spcPct val="0"/>
              </a:spcBef>
              <a:spcAft>
                <a:spcPct val="0"/>
              </a:spcAft>
              <a:defRPr sz="5800">
                <a:solidFill>
                  <a:schemeClr val="tx1"/>
                </a:solidFill>
                <a:latin typeface="Arial" charset="0"/>
              </a:defRPr>
            </a:lvl7pPr>
            <a:lvl8pPr marL="3429000" indent="-228600" eaLnBrk="0" fontAlgn="base" hangingPunct="0">
              <a:spcBef>
                <a:spcPct val="0"/>
              </a:spcBef>
              <a:spcAft>
                <a:spcPct val="0"/>
              </a:spcAft>
              <a:defRPr sz="5800">
                <a:solidFill>
                  <a:schemeClr val="tx1"/>
                </a:solidFill>
                <a:latin typeface="Arial" charset="0"/>
              </a:defRPr>
            </a:lvl8pPr>
            <a:lvl9pPr marL="3886200" indent="-228600" eaLnBrk="0" fontAlgn="base" hangingPunct="0">
              <a:spcBef>
                <a:spcPct val="0"/>
              </a:spcBef>
              <a:spcAft>
                <a:spcPct val="0"/>
              </a:spcAft>
              <a:defRPr sz="5800">
                <a:solidFill>
                  <a:schemeClr val="tx1"/>
                </a:solidFill>
                <a:latin typeface="Arial" charset="0"/>
              </a:defRPr>
            </a:lvl9pPr>
          </a:lstStyle>
          <a:p>
            <a:pPr eaLnBrk="1" hangingPunct="1">
              <a:defRPr/>
            </a:pPr>
            <a:endParaRPr lang="en-MY" altLang="en-US" sz="5791"/>
          </a:p>
        </p:txBody>
      </p:sp>
      <p:pic>
        <p:nvPicPr>
          <p:cNvPr id="7" name="Picture 6"/>
          <p:cNvPicPr>
            <a:picLocks/>
          </p:cNvPicPr>
          <p:nvPr userDrawn="1"/>
        </p:nvPicPr>
        <p:blipFill>
          <a:blip r:embed="rId13"/>
          <a:stretch>
            <a:fillRect/>
          </a:stretch>
        </p:blipFill>
        <p:spPr>
          <a:xfrm>
            <a:off x="575915" y="576173"/>
            <a:ext cx="1799733" cy="359943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dt="0"/>
  <p:txStyles>
    <p:titleStyle>
      <a:lvl1pPr algn="ctr" defTabSz="2944931" rtl="0" eaLnBrk="0" fontAlgn="base" hangingPunct="0">
        <a:spcBef>
          <a:spcPct val="0"/>
        </a:spcBef>
        <a:spcAft>
          <a:spcPct val="0"/>
        </a:spcAft>
        <a:defRPr sz="7189" b="1">
          <a:solidFill>
            <a:schemeClr val="tx2"/>
          </a:solidFill>
          <a:latin typeface="+mj-lt"/>
          <a:ea typeface="+mj-ea"/>
          <a:cs typeface="+mj-cs"/>
        </a:defRPr>
      </a:lvl1pPr>
      <a:lvl2pPr algn="ctr" defTabSz="2944931" rtl="0" eaLnBrk="0" fontAlgn="base" hangingPunct="0">
        <a:spcBef>
          <a:spcPct val="0"/>
        </a:spcBef>
        <a:spcAft>
          <a:spcPct val="0"/>
        </a:spcAft>
        <a:defRPr sz="7189" b="1">
          <a:solidFill>
            <a:schemeClr val="tx2"/>
          </a:solidFill>
          <a:latin typeface="Arial" charset="0"/>
        </a:defRPr>
      </a:lvl2pPr>
      <a:lvl3pPr algn="ctr" defTabSz="2944931" rtl="0" eaLnBrk="0" fontAlgn="base" hangingPunct="0">
        <a:spcBef>
          <a:spcPct val="0"/>
        </a:spcBef>
        <a:spcAft>
          <a:spcPct val="0"/>
        </a:spcAft>
        <a:defRPr sz="7189" b="1">
          <a:solidFill>
            <a:schemeClr val="tx2"/>
          </a:solidFill>
          <a:latin typeface="Arial" charset="0"/>
        </a:defRPr>
      </a:lvl3pPr>
      <a:lvl4pPr algn="ctr" defTabSz="2944931" rtl="0" eaLnBrk="0" fontAlgn="base" hangingPunct="0">
        <a:spcBef>
          <a:spcPct val="0"/>
        </a:spcBef>
        <a:spcAft>
          <a:spcPct val="0"/>
        </a:spcAft>
        <a:defRPr sz="7189" b="1">
          <a:solidFill>
            <a:schemeClr val="tx2"/>
          </a:solidFill>
          <a:latin typeface="Arial" charset="0"/>
        </a:defRPr>
      </a:lvl4pPr>
      <a:lvl5pPr algn="ctr" defTabSz="2944931" rtl="0" eaLnBrk="0" fontAlgn="base" hangingPunct="0">
        <a:spcBef>
          <a:spcPct val="0"/>
        </a:spcBef>
        <a:spcAft>
          <a:spcPct val="0"/>
        </a:spcAft>
        <a:defRPr sz="7189" b="1">
          <a:solidFill>
            <a:schemeClr val="tx2"/>
          </a:solidFill>
          <a:latin typeface="Arial" charset="0"/>
        </a:defRPr>
      </a:lvl5pPr>
      <a:lvl6pPr marL="456480" algn="ctr" defTabSz="2944931" rtl="0" fontAlgn="base">
        <a:spcBef>
          <a:spcPct val="0"/>
        </a:spcBef>
        <a:spcAft>
          <a:spcPct val="0"/>
        </a:spcAft>
        <a:defRPr sz="7189" b="1">
          <a:solidFill>
            <a:schemeClr val="tx2"/>
          </a:solidFill>
          <a:latin typeface="Arial" charset="0"/>
        </a:defRPr>
      </a:lvl6pPr>
      <a:lvl7pPr marL="912961" algn="ctr" defTabSz="2944931" rtl="0" fontAlgn="base">
        <a:spcBef>
          <a:spcPct val="0"/>
        </a:spcBef>
        <a:spcAft>
          <a:spcPct val="0"/>
        </a:spcAft>
        <a:defRPr sz="7189" b="1">
          <a:solidFill>
            <a:schemeClr val="tx2"/>
          </a:solidFill>
          <a:latin typeface="Arial" charset="0"/>
        </a:defRPr>
      </a:lvl7pPr>
      <a:lvl8pPr marL="1369441" algn="ctr" defTabSz="2944931" rtl="0" fontAlgn="base">
        <a:spcBef>
          <a:spcPct val="0"/>
        </a:spcBef>
        <a:spcAft>
          <a:spcPct val="0"/>
        </a:spcAft>
        <a:defRPr sz="7189" b="1">
          <a:solidFill>
            <a:schemeClr val="tx2"/>
          </a:solidFill>
          <a:latin typeface="Arial" charset="0"/>
        </a:defRPr>
      </a:lvl8pPr>
      <a:lvl9pPr marL="1825921" algn="ctr" defTabSz="2944931" rtl="0" fontAlgn="base">
        <a:spcBef>
          <a:spcPct val="0"/>
        </a:spcBef>
        <a:spcAft>
          <a:spcPct val="0"/>
        </a:spcAft>
        <a:defRPr sz="7189" b="1">
          <a:solidFill>
            <a:schemeClr val="tx2"/>
          </a:solidFill>
          <a:latin typeface="Arial" charset="0"/>
        </a:defRPr>
      </a:lvl9pPr>
    </p:titleStyle>
    <p:bodyStyle>
      <a:lvl1pPr marL="1104746" indent="-1104746" algn="l" defTabSz="2944931" rtl="0" eaLnBrk="0" fontAlgn="base" hangingPunct="0">
        <a:spcBef>
          <a:spcPct val="20000"/>
        </a:spcBef>
        <a:spcAft>
          <a:spcPct val="0"/>
        </a:spcAft>
        <a:buChar char="•"/>
        <a:defRPr sz="4792">
          <a:solidFill>
            <a:schemeClr val="tx1"/>
          </a:solidFill>
          <a:latin typeface="+mn-lt"/>
          <a:ea typeface="+mn-ea"/>
          <a:cs typeface="+mn-cs"/>
        </a:defRPr>
      </a:lvl1pPr>
      <a:lvl2pPr marL="2393351" indent="-920886" algn="l" defTabSz="2944931" rtl="0" eaLnBrk="0" fontAlgn="base" hangingPunct="0">
        <a:spcBef>
          <a:spcPct val="20000"/>
        </a:spcBef>
        <a:spcAft>
          <a:spcPct val="0"/>
        </a:spcAft>
        <a:buChar char="–"/>
        <a:defRPr sz="4792">
          <a:solidFill>
            <a:schemeClr val="tx1"/>
          </a:solidFill>
          <a:latin typeface="+mn-lt"/>
        </a:defRPr>
      </a:lvl2pPr>
      <a:lvl3pPr marL="3681957" indent="-737026" algn="l" defTabSz="2944931" rtl="0" eaLnBrk="0" fontAlgn="base" hangingPunct="0">
        <a:spcBef>
          <a:spcPct val="20000"/>
        </a:spcBef>
        <a:spcAft>
          <a:spcPct val="0"/>
        </a:spcAft>
        <a:buChar char="•"/>
        <a:defRPr sz="4792">
          <a:solidFill>
            <a:schemeClr val="tx1"/>
          </a:solidFill>
          <a:latin typeface="+mn-lt"/>
        </a:defRPr>
      </a:lvl3pPr>
      <a:lvl4pPr marL="5154423" indent="-735441" algn="l" defTabSz="2944931" rtl="0" eaLnBrk="0" fontAlgn="base" hangingPunct="0">
        <a:spcBef>
          <a:spcPct val="20000"/>
        </a:spcBef>
        <a:spcAft>
          <a:spcPct val="0"/>
        </a:spcAft>
        <a:buChar char="–"/>
        <a:defRPr sz="4792">
          <a:solidFill>
            <a:schemeClr val="tx1"/>
          </a:solidFill>
          <a:latin typeface="+mn-lt"/>
        </a:defRPr>
      </a:lvl4pPr>
      <a:lvl5pPr marL="6626889" indent="-735441" algn="l" defTabSz="2944931" rtl="0" eaLnBrk="0" fontAlgn="base" hangingPunct="0">
        <a:spcBef>
          <a:spcPct val="20000"/>
        </a:spcBef>
        <a:spcAft>
          <a:spcPct val="0"/>
        </a:spcAft>
        <a:buChar char="»"/>
        <a:defRPr sz="4792">
          <a:solidFill>
            <a:schemeClr val="tx1"/>
          </a:solidFill>
          <a:latin typeface="+mn-lt"/>
        </a:defRPr>
      </a:lvl5pPr>
      <a:lvl6pPr marL="7083369" indent="-735441" algn="l" defTabSz="2944931" rtl="0" fontAlgn="base">
        <a:spcBef>
          <a:spcPct val="20000"/>
        </a:spcBef>
        <a:spcAft>
          <a:spcPct val="0"/>
        </a:spcAft>
        <a:buChar char="»"/>
        <a:defRPr sz="4792">
          <a:solidFill>
            <a:schemeClr val="tx1"/>
          </a:solidFill>
          <a:latin typeface="+mn-lt"/>
        </a:defRPr>
      </a:lvl6pPr>
      <a:lvl7pPr marL="7539849" indent="-735441" algn="l" defTabSz="2944931" rtl="0" fontAlgn="base">
        <a:spcBef>
          <a:spcPct val="20000"/>
        </a:spcBef>
        <a:spcAft>
          <a:spcPct val="0"/>
        </a:spcAft>
        <a:buChar char="»"/>
        <a:defRPr sz="4792">
          <a:solidFill>
            <a:schemeClr val="tx1"/>
          </a:solidFill>
          <a:latin typeface="+mn-lt"/>
        </a:defRPr>
      </a:lvl7pPr>
      <a:lvl8pPr marL="7996330" indent="-735441" algn="l" defTabSz="2944931" rtl="0" fontAlgn="base">
        <a:spcBef>
          <a:spcPct val="20000"/>
        </a:spcBef>
        <a:spcAft>
          <a:spcPct val="0"/>
        </a:spcAft>
        <a:buChar char="»"/>
        <a:defRPr sz="4792">
          <a:solidFill>
            <a:schemeClr val="tx1"/>
          </a:solidFill>
          <a:latin typeface="+mn-lt"/>
        </a:defRPr>
      </a:lvl8pPr>
      <a:lvl9pPr marL="8452810" indent="-735441" algn="l" defTabSz="2944931" rtl="0" fontAlgn="base">
        <a:spcBef>
          <a:spcPct val="20000"/>
        </a:spcBef>
        <a:spcAft>
          <a:spcPct val="0"/>
        </a:spcAft>
        <a:buChar char="»"/>
        <a:defRPr sz="4792">
          <a:solidFill>
            <a:schemeClr val="tx1"/>
          </a:solidFill>
          <a:latin typeface="+mn-lt"/>
        </a:defRPr>
      </a:lvl9pPr>
    </p:bodyStyle>
    <p:otherStyle>
      <a:defPPr>
        <a:defRPr lang="en-US"/>
      </a:defPPr>
      <a:lvl1pPr marL="0" algn="l" defTabSz="912961" rtl="0" eaLnBrk="1" latinLnBrk="0" hangingPunct="1">
        <a:defRPr sz="1797" kern="1200">
          <a:solidFill>
            <a:schemeClr val="tx1"/>
          </a:solidFill>
          <a:latin typeface="+mn-lt"/>
          <a:ea typeface="+mn-ea"/>
          <a:cs typeface="+mn-cs"/>
        </a:defRPr>
      </a:lvl1pPr>
      <a:lvl2pPr marL="456480" algn="l" defTabSz="912961" rtl="0" eaLnBrk="1" latinLnBrk="0" hangingPunct="1">
        <a:defRPr sz="1797" kern="1200">
          <a:solidFill>
            <a:schemeClr val="tx1"/>
          </a:solidFill>
          <a:latin typeface="+mn-lt"/>
          <a:ea typeface="+mn-ea"/>
          <a:cs typeface="+mn-cs"/>
        </a:defRPr>
      </a:lvl2pPr>
      <a:lvl3pPr marL="912961" algn="l" defTabSz="912961" rtl="0" eaLnBrk="1" latinLnBrk="0" hangingPunct="1">
        <a:defRPr sz="1797" kern="1200">
          <a:solidFill>
            <a:schemeClr val="tx1"/>
          </a:solidFill>
          <a:latin typeface="+mn-lt"/>
          <a:ea typeface="+mn-ea"/>
          <a:cs typeface="+mn-cs"/>
        </a:defRPr>
      </a:lvl3pPr>
      <a:lvl4pPr marL="1369441" algn="l" defTabSz="912961" rtl="0" eaLnBrk="1" latinLnBrk="0" hangingPunct="1">
        <a:defRPr sz="1797" kern="1200">
          <a:solidFill>
            <a:schemeClr val="tx1"/>
          </a:solidFill>
          <a:latin typeface="+mn-lt"/>
          <a:ea typeface="+mn-ea"/>
          <a:cs typeface="+mn-cs"/>
        </a:defRPr>
      </a:lvl4pPr>
      <a:lvl5pPr marL="1825921" algn="l" defTabSz="912961" rtl="0" eaLnBrk="1" latinLnBrk="0" hangingPunct="1">
        <a:defRPr sz="1797" kern="1200">
          <a:solidFill>
            <a:schemeClr val="tx1"/>
          </a:solidFill>
          <a:latin typeface="+mn-lt"/>
          <a:ea typeface="+mn-ea"/>
          <a:cs typeface="+mn-cs"/>
        </a:defRPr>
      </a:lvl5pPr>
      <a:lvl6pPr marL="2282401" algn="l" defTabSz="912961" rtl="0" eaLnBrk="1" latinLnBrk="0" hangingPunct="1">
        <a:defRPr sz="1797" kern="1200">
          <a:solidFill>
            <a:schemeClr val="tx1"/>
          </a:solidFill>
          <a:latin typeface="+mn-lt"/>
          <a:ea typeface="+mn-ea"/>
          <a:cs typeface="+mn-cs"/>
        </a:defRPr>
      </a:lvl6pPr>
      <a:lvl7pPr marL="2738882" algn="l" defTabSz="912961" rtl="0" eaLnBrk="1" latinLnBrk="0" hangingPunct="1">
        <a:defRPr sz="1797" kern="1200">
          <a:solidFill>
            <a:schemeClr val="tx1"/>
          </a:solidFill>
          <a:latin typeface="+mn-lt"/>
          <a:ea typeface="+mn-ea"/>
          <a:cs typeface="+mn-cs"/>
        </a:defRPr>
      </a:lvl7pPr>
      <a:lvl8pPr marL="3195361" algn="l" defTabSz="912961" rtl="0" eaLnBrk="1" latinLnBrk="0" hangingPunct="1">
        <a:defRPr sz="1797" kern="1200">
          <a:solidFill>
            <a:schemeClr val="tx1"/>
          </a:solidFill>
          <a:latin typeface="+mn-lt"/>
          <a:ea typeface="+mn-ea"/>
          <a:cs typeface="+mn-cs"/>
        </a:defRPr>
      </a:lvl8pPr>
      <a:lvl9pPr marL="3651842" algn="l" defTabSz="912961" rtl="0" eaLnBrk="1" latinLnBrk="0" hangingPunct="1">
        <a:defRPr sz="179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000" r="-3000"/>
          </a:stretch>
        </a:blipFill>
        <a:effectLst/>
      </p:bgPr>
    </p:bg>
    <p:spTree>
      <p:nvGrpSpPr>
        <p:cNvPr id="1" name="">
          <a:extLst>
            <a:ext uri="{FF2B5EF4-FFF2-40B4-BE49-F238E27FC236}">
              <a16:creationId xmlns:a16="http://schemas.microsoft.com/office/drawing/2014/main" id="{8507CFA4-B645-A229-8976-FA7DEF9A8D91}"/>
            </a:ext>
          </a:extLst>
        </p:cNvPr>
        <p:cNvGrpSpPr/>
        <p:nvPr/>
      </p:nvGrpSpPr>
      <p:grpSpPr>
        <a:xfrm>
          <a:off x="0" y="0"/>
          <a:ext cx="0" cy="0"/>
          <a:chOff x="0" y="0"/>
          <a:chExt cx="0" cy="0"/>
        </a:xfrm>
      </p:grpSpPr>
      <p:sp>
        <p:nvSpPr>
          <p:cNvPr id="2056" name="Rectangle 2055">
            <a:extLst>
              <a:ext uri="{FF2B5EF4-FFF2-40B4-BE49-F238E27FC236}">
                <a16:creationId xmlns:a16="http://schemas.microsoft.com/office/drawing/2014/main" id="{F9C894CB-9813-7B87-E0A1-C7DABD183A27}"/>
              </a:ext>
            </a:extLst>
          </p:cNvPr>
          <p:cNvSpPr/>
          <p:nvPr/>
        </p:nvSpPr>
        <p:spPr bwMode="auto">
          <a:xfrm>
            <a:off x="539262" y="542610"/>
            <a:ext cx="20300106" cy="29183205"/>
          </a:xfrm>
          <a:prstGeom prst="rect">
            <a:avLst/>
          </a:prstGeom>
          <a:noFill/>
          <a:ln w="82550" cap="flat" cmpd="sng" algn="ctr">
            <a:solidFill>
              <a:srgbClr val="00206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2050" name="Title 1">
            <a:extLst>
              <a:ext uri="{FF2B5EF4-FFF2-40B4-BE49-F238E27FC236}">
                <a16:creationId xmlns:a16="http://schemas.microsoft.com/office/drawing/2014/main" id="{602D459E-10AD-8D39-0851-574AAC8C0911}"/>
              </a:ext>
            </a:extLst>
          </p:cNvPr>
          <p:cNvSpPr txBox="1">
            <a:spLocks/>
          </p:cNvSpPr>
          <p:nvPr/>
        </p:nvSpPr>
        <p:spPr bwMode="auto">
          <a:xfrm>
            <a:off x="2422773" y="2195932"/>
            <a:ext cx="16030876" cy="719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59437" tIns="179719" rIns="359437" bIns="179719" anchor="ctr"/>
          <a:lstStyle>
            <a:lvl1pPr defTabSz="4175125">
              <a:defRPr sz="4800">
                <a:solidFill>
                  <a:schemeClr val="tx1"/>
                </a:solidFill>
                <a:latin typeface="Arial" charset="0"/>
              </a:defRPr>
            </a:lvl1pPr>
            <a:lvl2pPr marL="742950" indent="-285750" defTabSz="4175125">
              <a:defRPr sz="4800">
                <a:solidFill>
                  <a:schemeClr val="tx1"/>
                </a:solidFill>
                <a:latin typeface="Arial" charset="0"/>
              </a:defRPr>
            </a:lvl2pPr>
            <a:lvl3pPr marL="1143000" indent="-228600" defTabSz="4175125">
              <a:defRPr sz="4800">
                <a:solidFill>
                  <a:schemeClr val="tx1"/>
                </a:solidFill>
                <a:latin typeface="Arial" charset="0"/>
              </a:defRPr>
            </a:lvl3pPr>
            <a:lvl4pPr marL="1600200" indent="-228600" defTabSz="4175125">
              <a:defRPr sz="4800">
                <a:solidFill>
                  <a:schemeClr val="tx1"/>
                </a:solidFill>
                <a:latin typeface="Arial" charset="0"/>
              </a:defRPr>
            </a:lvl4pPr>
            <a:lvl5pPr marL="2057400" indent="-228600" defTabSz="4175125">
              <a:defRPr sz="4800">
                <a:solidFill>
                  <a:schemeClr val="tx1"/>
                </a:solidFill>
                <a:latin typeface="Arial" charset="0"/>
              </a:defRPr>
            </a:lvl5pPr>
            <a:lvl6pPr marL="2514600" indent="-228600" defTabSz="4175125" eaLnBrk="0" hangingPunct="0">
              <a:defRPr sz="4800">
                <a:solidFill>
                  <a:schemeClr val="tx1"/>
                </a:solidFill>
                <a:latin typeface="Arial" charset="0"/>
              </a:defRPr>
            </a:lvl6pPr>
            <a:lvl7pPr marL="2971800" indent="-228600" defTabSz="4175125" eaLnBrk="0" hangingPunct="0">
              <a:defRPr sz="4800">
                <a:solidFill>
                  <a:schemeClr val="tx1"/>
                </a:solidFill>
                <a:latin typeface="Arial" charset="0"/>
              </a:defRPr>
            </a:lvl7pPr>
            <a:lvl8pPr marL="3429000" indent="-228600" defTabSz="4175125" eaLnBrk="0" hangingPunct="0">
              <a:defRPr sz="4800">
                <a:solidFill>
                  <a:schemeClr val="tx1"/>
                </a:solidFill>
                <a:latin typeface="Arial" charset="0"/>
              </a:defRPr>
            </a:lvl8pPr>
            <a:lvl9pPr marL="3886200" indent="-228600" defTabSz="4175125" eaLnBrk="0" hangingPunct="0">
              <a:defRPr sz="4800">
                <a:solidFill>
                  <a:schemeClr val="tx1"/>
                </a:solidFill>
                <a:latin typeface="Arial" charset="0"/>
              </a:defRPr>
            </a:lvl9pPr>
          </a:lstStyle>
          <a:p>
            <a:pPr algn="ctr"/>
            <a:r>
              <a:rPr lang="en-US" altLang="en-US" sz="2825" b="1">
                <a:latin typeface="Open Sans" panose="020B0606030504020204" pitchFamily="34" charset="0"/>
                <a:ea typeface="Open Sans" panose="020B0606030504020204" pitchFamily="34" charset="0"/>
                <a:cs typeface="Open Sans" panose="020B0606030504020204" pitchFamily="34" charset="0"/>
              </a:rPr>
              <a:t>Daniel Tiong, Alif Harriz, Ashley Jong, Basil Agas, Edison Ho, Dr. Vong Wan Tze*</a:t>
            </a:r>
            <a:endParaRPr lang="en-MY" altLang="en-US" sz="2825" b="1">
              <a:latin typeface="Open Sans" panose="020B0606030504020204" pitchFamily="34" charset="0"/>
              <a:ea typeface="Open Sans" panose="020B0606030504020204" pitchFamily="34" charset="0"/>
              <a:cs typeface="Open Sans" panose="020B0606030504020204" pitchFamily="34" charset="0"/>
            </a:endParaRPr>
          </a:p>
        </p:txBody>
      </p:sp>
      <p:sp>
        <p:nvSpPr>
          <p:cNvPr id="2051" name="Title 1">
            <a:extLst>
              <a:ext uri="{FF2B5EF4-FFF2-40B4-BE49-F238E27FC236}">
                <a16:creationId xmlns:a16="http://schemas.microsoft.com/office/drawing/2014/main" id="{62021C27-4AB8-8540-F347-7C6AE680BEAB}"/>
              </a:ext>
            </a:extLst>
          </p:cNvPr>
          <p:cNvSpPr txBox="1">
            <a:spLocks/>
          </p:cNvSpPr>
          <p:nvPr/>
        </p:nvSpPr>
        <p:spPr bwMode="auto">
          <a:xfrm>
            <a:off x="2422773" y="2699968"/>
            <a:ext cx="16030876" cy="1634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59437" tIns="179719" rIns="359437" bIns="179719" anchor="ctr"/>
          <a:lstStyle>
            <a:lvl1pPr defTabSz="4175125">
              <a:defRPr sz="4800">
                <a:solidFill>
                  <a:schemeClr val="tx1"/>
                </a:solidFill>
                <a:latin typeface="Arial" charset="0"/>
              </a:defRPr>
            </a:lvl1pPr>
            <a:lvl2pPr marL="742950" indent="-285750" defTabSz="4175125">
              <a:defRPr sz="4800">
                <a:solidFill>
                  <a:schemeClr val="tx1"/>
                </a:solidFill>
                <a:latin typeface="Arial" charset="0"/>
              </a:defRPr>
            </a:lvl2pPr>
            <a:lvl3pPr marL="1143000" indent="-228600" defTabSz="4175125">
              <a:defRPr sz="4800">
                <a:solidFill>
                  <a:schemeClr val="tx1"/>
                </a:solidFill>
                <a:latin typeface="Arial" charset="0"/>
              </a:defRPr>
            </a:lvl3pPr>
            <a:lvl4pPr marL="1600200" indent="-228600" defTabSz="4175125">
              <a:defRPr sz="4800">
                <a:solidFill>
                  <a:schemeClr val="tx1"/>
                </a:solidFill>
                <a:latin typeface="Arial" charset="0"/>
              </a:defRPr>
            </a:lvl4pPr>
            <a:lvl5pPr marL="2057400" indent="-228600" defTabSz="4175125">
              <a:defRPr sz="4800">
                <a:solidFill>
                  <a:schemeClr val="tx1"/>
                </a:solidFill>
                <a:latin typeface="Arial" charset="0"/>
              </a:defRPr>
            </a:lvl5pPr>
            <a:lvl6pPr marL="2514600" indent="-228600" defTabSz="4175125" eaLnBrk="0" hangingPunct="0">
              <a:defRPr sz="4800">
                <a:solidFill>
                  <a:schemeClr val="tx1"/>
                </a:solidFill>
                <a:latin typeface="Arial" charset="0"/>
              </a:defRPr>
            </a:lvl6pPr>
            <a:lvl7pPr marL="2971800" indent="-228600" defTabSz="4175125" eaLnBrk="0" hangingPunct="0">
              <a:defRPr sz="4800">
                <a:solidFill>
                  <a:schemeClr val="tx1"/>
                </a:solidFill>
                <a:latin typeface="Arial" charset="0"/>
              </a:defRPr>
            </a:lvl7pPr>
            <a:lvl8pPr marL="3429000" indent="-228600" defTabSz="4175125" eaLnBrk="0" hangingPunct="0">
              <a:defRPr sz="4800">
                <a:solidFill>
                  <a:schemeClr val="tx1"/>
                </a:solidFill>
                <a:latin typeface="Arial" charset="0"/>
              </a:defRPr>
            </a:lvl8pPr>
            <a:lvl9pPr marL="3886200" indent="-228600" defTabSz="4175125" eaLnBrk="0" hangingPunct="0">
              <a:defRPr sz="4800">
                <a:solidFill>
                  <a:schemeClr val="tx1"/>
                </a:solidFill>
                <a:latin typeface="Arial" charset="0"/>
              </a:defRPr>
            </a:lvl9pPr>
          </a:lstStyle>
          <a:p>
            <a:pPr algn="ctr"/>
            <a:r>
              <a:rPr lang="en-MY" altLang="en-US" sz="2260" b="1">
                <a:latin typeface="Open Sans Light" panose="020B0306030504020204" pitchFamily="34" charset="0"/>
                <a:ea typeface="Open Sans Light" panose="020B0306030504020204" pitchFamily="34" charset="0"/>
                <a:cs typeface="Open Sans Light" panose="020B0306030504020204" pitchFamily="34" charset="0"/>
              </a:rPr>
              <a:t>Faculty of Engineering, Computing and Science</a:t>
            </a:r>
          </a:p>
          <a:p>
            <a:pPr algn="ctr"/>
            <a:r>
              <a:rPr lang="en-MY" altLang="en-US" sz="2260" b="1">
                <a:latin typeface="Open Sans Light" panose="020B0306030504020204" pitchFamily="34" charset="0"/>
                <a:ea typeface="Open Sans Light" panose="020B0306030504020204" pitchFamily="34" charset="0"/>
                <a:cs typeface="Open Sans Light" panose="020B0306030504020204" pitchFamily="34" charset="0"/>
              </a:rPr>
              <a:t>Swinburne University of Technology Sarawak Campus</a:t>
            </a:r>
          </a:p>
          <a:p>
            <a:pPr algn="ctr">
              <a:lnSpc>
                <a:spcPct val="150000"/>
              </a:lnSpc>
              <a:spcBef>
                <a:spcPts val="424"/>
              </a:spcBef>
            </a:pPr>
            <a:r>
              <a:rPr lang="en-US" altLang="en-US" sz="2260" i="1">
                <a:latin typeface="Open Sans Light" panose="020B0306030504020204" pitchFamily="34" charset="0"/>
                <a:ea typeface="Open Sans Light" panose="020B0306030504020204" pitchFamily="34" charset="0"/>
                <a:cs typeface="Open Sans Light" panose="020B0306030504020204" pitchFamily="34" charset="0"/>
              </a:rPr>
              <a:t>wvong@swinburne.edu.my</a:t>
            </a:r>
            <a:endParaRPr lang="en-MY" altLang="en-US" sz="2260" i="1">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052" name="Title 1">
            <a:extLst>
              <a:ext uri="{FF2B5EF4-FFF2-40B4-BE49-F238E27FC236}">
                <a16:creationId xmlns:a16="http://schemas.microsoft.com/office/drawing/2014/main" id="{7B82CC7D-234F-E76D-E9B1-D051FB1D6A7D}"/>
              </a:ext>
            </a:extLst>
          </p:cNvPr>
          <p:cNvSpPr>
            <a:spLocks noGrp="1"/>
          </p:cNvSpPr>
          <p:nvPr>
            <p:ph type="title"/>
          </p:nvPr>
        </p:nvSpPr>
        <p:spPr>
          <a:xfrm>
            <a:off x="2422773" y="596649"/>
            <a:ext cx="16030876" cy="1814846"/>
          </a:xfrm>
        </p:spPr>
        <p:txBody>
          <a:bodyPr vert="horz" wrap="square" lIns="359437" tIns="179719" rIns="359437" bIns="179719" numCol="1" anchor="ctr" anchorCtr="0" compatLnSpc="1">
            <a:prstTxWarp prst="textNoShape">
              <a:avLst/>
            </a:prstTxWarp>
          </a:bodyPr>
          <a:lstStyle/>
          <a:p>
            <a:pPr eaLnBrk="1" hangingPunct="1"/>
            <a:r>
              <a:rPr lang="en-MY" altLang="en-US" sz="4238">
                <a:solidFill>
                  <a:srgbClr val="002060"/>
                </a:solidFill>
                <a:latin typeface="Open Sans SemiBold" panose="020B0706030804020204" pitchFamily="34" charset="0"/>
                <a:ea typeface="Open Sans SemiBold" panose="020B0706030804020204" pitchFamily="34" charset="0"/>
                <a:cs typeface="Open Sans SemiBold" panose="020B0706030804020204" pitchFamily="34" charset="0"/>
              </a:rPr>
              <a:t>AI-Enabled Digital Health Platform for Chronic Disease Monitoring</a:t>
            </a:r>
          </a:p>
        </p:txBody>
      </p:sp>
      <p:sp>
        <p:nvSpPr>
          <p:cNvPr id="12" name="Subtitle 2">
            <a:extLst>
              <a:ext uri="{FF2B5EF4-FFF2-40B4-BE49-F238E27FC236}">
                <a16:creationId xmlns:a16="http://schemas.microsoft.com/office/drawing/2014/main" id="{C5FC1D09-6C5A-49D9-C2FC-C3045E3F4F82}"/>
              </a:ext>
            </a:extLst>
          </p:cNvPr>
          <p:cNvSpPr txBox="1">
            <a:spLocks/>
          </p:cNvSpPr>
          <p:nvPr/>
        </p:nvSpPr>
        <p:spPr bwMode="auto">
          <a:xfrm>
            <a:off x="703569" y="4334122"/>
            <a:ext cx="9845386" cy="5243965"/>
          </a:xfrm>
          <a:prstGeom prst="roundRect">
            <a:avLst/>
          </a:prstGeom>
          <a:ln/>
        </p:spPr>
        <p:style>
          <a:lnRef idx="2">
            <a:schemeClr val="accent2"/>
          </a:lnRef>
          <a:fillRef idx="1">
            <a:schemeClr val="lt1"/>
          </a:fillRef>
          <a:effectRef idx="0">
            <a:schemeClr val="accent2"/>
          </a:effectRef>
          <a:fontRef idx="minor">
            <a:schemeClr val="dk1"/>
          </a:fontRef>
        </p:style>
        <p:txBody>
          <a:bodyPr lIns="254271" tIns="127135" rIns="254271" bIns="127135" anchor="t">
            <a:normAutofit/>
          </a:bodyPr>
          <a:lstStyle>
            <a:lvl1pPr>
              <a:defRPr sz="4800">
                <a:solidFill>
                  <a:schemeClr val="tx1"/>
                </a:solidFill>
                <a:latin typeface="Arial" charset="0"/>
              </a:defRPr>
            </a:lvl1pPr>
            <a:lvl2pPr marL="742950" indent="-285750">
              <a:defRPr sz="4800">
                <a:solidFill>
                  <a:schemeClr val="tx1"/>
                </a:solidFill>
                <a:latin typeface="Arial" charset="0"/>
              </a:defRPr>
            </a:lvl2pPr>
            <a:lvl3pPr marL="1143000" indent="-228600">
              <a:defRPr sz="4800">
                <a:solidFill>
                  <a:schemeClr val="tx1"/>
                </a:solidFill>
                <a:latin typeface="Arial" charset="0"/>
              </a:defRPr>
            </a:lvl3pPr>
            <a:lvl4pPr marL="1600200" indent="-228600">
              <a:defRPr sz="4800">
                <a:solidFill>
                  <a:schemeClr val="tx1"/>
                </a:solidFill>
                <a:latin typeface="Arial" charset="0"/>
              </a:defRPr>
            </a:lvl4pPr>
            <a:lvl5pPr marL="2057400" indent="-228600">
              <a:defRPr sz="4800">
                <a:solidFill>
                  <a:schemeClr val="tx1"/>
                </a:solidFill>
                <a:latin typeface="Arial" charset="0"/>
              </a:defRPr>
            </a:lvl5pPr>
            <a:lvl6pPr marL="2514600" indent="-228600" eaLnBrk="0" hangingPunct="0">
              <a:defRPr sz="4800">
                <a:solidFill>
                  <a:schemeClr val="tx1"/>
                </a:solidFill>
                <a:latin typeface="Arial" charset="0"/>
              </a:defRPr>
            </a:lvl6pPr>
            <a:lvl7pPr marL="2971800" indent="-228600" eaLnBrk="0" hangingPunct="0">
              <a:defRPr sz="4800">
                <a:solidFill>
                  <a:schemeClr val="tx1"/>
                </a:solidFill>
                <a:latin typeface="Arial" charset="0"/>
              </a:defRPr>
            </a:lvl7pPr>
            <a:lvl8pPr marL="3429000" indent="-228600" eaLnBrk="0" hangingPunct="0">
              <a:defRPr sz="4800">
                <a:solidFill>
                  <a:schemeClr val="tx1"/>
                </a:solidFill>
                <a:latin typeface="Arial" charset="0"/>
              </a:defRPr>
            </a:lvl8pPr>
            <a:lvl9pPr marL="3886200" indent="-228600" eaLnBrk="0" hangingPunct="0">
              <a:defRPr sz="4800">
                <a:solidFill>
                  <a:schemeClr val="tx1"/>
                </a:solidFill>
                <a:latin typeface="Arial" charset="0"/>
              </a:defRPr>
            </a:lvl9pPr>
          </a:lstStyle>
          <a:p>
            <a:pPr algn="ctr" defTabSz="2944931">
              <a:spcBef>
                <a:spcPts val="424"/>
              </a:spcBef>
              <a:spcAft>
                <a:spcPts val="848"/>
              </a:spcAft>
            </a:pPr>
            <a:r>
              <a:rPr lang="en-US" altLang="en-US" sz="3390" b="1">
                <a:solidFill>
                  <a:srgbClr val="002060"/>
                </a:solidFill>
                <a:effectLst>
                  <a:outerShdw blurRad="38100" dist="38100" dir="2700000" algn="tl">
                    <a:srgbClr val="C0C0C0"/>
                  </a:outerShdw>
                </a:effectLst>
                <a:latin typeface="Open Sans SemiBold" panose="020B0706030804020204" pitchFamily="34" charset="0"/>
                <a:ea typeface="Open Sans SemiBold" panose="020B0706030804020204" pitchFamily="34" charset="0"/>
                <a:cs typeface="Open Sans SemiBold" panose="020B0706030804020204" pitchFamily="34" charset="0"/>
              </a:rPr>
              <a:t>Introduction</a:t>
            </a:r>
            <a:endParaRPr lang="en-US" altLang="en-US" sz="1978" b="1">
              <a:solidFill>
                <a:srgbClr val="002060"/>
              </a:solidFill>
              <a:effectLst>
                <a:outerShdw blurRad="38100" dist="38100" dir="2700000" algn="tl">
                  <a:srgbClr val="C0C0C0"/>
                </a:outerShdw>
              </a:effectLst>
              <a:latin typeface="Calibri" pitchFamily="34" charset="0"/>
              <a:ea typeface="Open Sans SemiBold" panose="020B0706030804020204" pitchFamily="34" charset="0"/>
              <a:cs typeface="Calibri" pitchFamily="34" charset="0"/>
            </a:endParaRPr>
          </a:p>
          <a:p>
            <a:pPr algn="just" defTabSz="2944931">
              <a:spcBef>
                <a:spcPct val="20000"/>
              </a:spcBef>
            </a:pPr>
            <a:r>
              <a:rPr lang="en-GB" sz="1900">
                <a:solidFill>
                  <a:srgbClr val="000000"/>
                </a:solidFill>
                <a:latin typeface="Bahnschrift"/>
              </a:rPr>
              <a:t>The management of chronic diseases, such as Type 2 Diabetes, is a persistent challenge in modern healthcare. Patients are often overwhelmed by the need to constantly monitor various health metrics (blood glucose, diet, activity) and struggle to interpret this data effectively. Healthcare providers, in turn, lack the tools for real-time monitoring and rely on incomplete, patient-recalled information during infrequent appointments. F.L.O.R.E.N.C.E. aims to transform chronic disease management from a reactive to a proactive approach using an intelligent, AI-enabled digital health platform.</a:t>
            </a:r>
            <a:endParaRPr lang="en-GB" sz="1900">
              <a:cs typeface="Arial" charset="0"/>
            </a:endParaRPr>
          </a:p>
          <a:p>
            <a:pPr algn="just" defTabSz="2944931">
              <a:spcBef>
                <a:spcPct val="20000"/>
              </a:spcBef>
            </a:pPr>
            <a:endParaRPr lang="en-GB" altLang="en-US" sz="2260">
              <a:latin typeface="Bahnschrift" panose="020B0502040204020203" pitchFamily="34" charset="0"/>
            </a:endParaRPr>
          </a:p>
        </p:txBody>
      </p:sp>
      <p:sp>
        <p:nvSpPr>
          <p:cNvPr id="13" name="Subtitle 2">
            <a:extLst>
              <a:ext uri="{FF2B5EF4-FFF2-40B4-BE49-F238E27FC236}">
                <a16:creationId xmlns:a16="http://schemas.microsoft.com/office/drawing/2014/main" id="{6FB50A0C-CF9F-2B44-E138-C7CC9EFD3FC2}"/>
              </a:ext>
            </a:extLst>
          </p:cNvPr>
          <p:cNvSpPr txBox="1">
            <a:spLocks/>
          </p:cNvSpPr>
          <p:nvPr/>
        </p:nvSpPr>
        <p:spPr bwMode="auto">
          <a:xfrm>
            <a:off x="703569" y="9733366"/>
            <a:ext cx="19976487" cy="9131916"/>
          </a:xfrm>
          <a:prstGeom prst="roundRect">
            <a:avLst/>
          </a:prstGeom>
          <a:ln/>
        </p:spPr>
        <p:style>
          <a:lnRef idx="2">
            <a:schemeClr val="accent2"/>
          </a:lnRef>
          <a:fillRef idx="1">
            <a:schemeClr val="lt1"/>
          </a:fillRef>
          <a:effectRef idx="0">
            <a:schemeClr val="accent2"/>
          </a:effectRef>
          <a:fontRef idx="minor">
            <a:schemeClr val="dk1"/>
          </a:fontRef>
        </p:style>
        <p:txBody>
          <a:bodyPr lIns="254271" tIns="127135" rIns="254271" bIns="127135">
            <a:normAutofit/>
          </a:bodyPr>
          <a:lstStyle>
            <a:lvl1pPr>
              <a:defRPr sz="4800">
                <a:solidFill>
                  <a:schemeClr val="tx1"/>
                </a:solidFill>
                <a:latin typeface="Arial" charset="0"/>
              </a:defRPr>
            </a:lvl1pPr>
            <a:lvl2pPr marL="742950" indent="-285750">
              <a:defRPr sz="4800">
                <a:solidFill>
                  <a:schemeClr val="tx1"/>
                </a:solidFill>
                <a:latin typeface="Arial" charset="0"/>
              </a:defRPr>
            </a:lvl2pPr>
            <a:lvl3pPr marL="1143000" indent="-228600">
              <a:defRPr sz="4800">
                <a:solidFill>
                  <a:schemeClr val="tx1"/>
                </a:solidFill>
                <a:latin typeface="Arial" charset="0"/>
              </a:defRPr>
            </a:lvl3pPr>
            <a:lvl4pPr marL="1600200" indent="-228600">
              <a:defRPr sz="4800">
                <a:solidFill>
                  <a:schemeClr val="tx1"/>
                </a:solidFill>
                <a:latin typeface="Arial" charset="0"/>
              </a:defRPr>
            </a:lvl4pPr>
            <a:lvl5pPr marL="2057400" indent="-228600">
              <a:defRPr sz="4800">
                <a:solidFill>
                  <a:schemeClr val="tx1"/>
                </a:solidFill>
                <a:latin typeface="Arial" charset="0"/>
              </a:defRPr>
            </a:lvl5pPr>
            <a:lvl6pPr marL="2514600" indent="-228600" eaLnBrk="0" hangingPunct="0">
              <a:defRPr sz="4800">
                <a:solidFill>
                  <a:schemeClr val="tx1"/>
                </a:solidFill>
                <a:latin typeface="Arial" charset="0"/>
              </a:defRPr>
            </a:lvl6pPr>
            <a:lvl7pPr marL="2971800" indent="-228600" eaLnBrk="0" hangingPunct="0">
              <a:defRPr sz="4800">
                <a:solidFill>
                  <a:schemeClr val="tx1"/>
                </a:solidFill>
                <a:latin typeface="Arial" charset="0"/>
              </a:defRPr>
            </a:lvl7pPr>
            <a:lvl8pPr marL="3429000" indent="-228600" eaLnBrk="0" hangingPunct="0">
              <a:defRPr sz="4800">
                <a:solidFill>
                  <a:schemeClr val="tx1"/>
                </a:solidFill>
                <a:latin typeface="Arial" charset="0"/>
              </a:defRPr>
            </a:lvl8pPr>
            <a:lvl9pPr marL="3886200" indent="-228600" eaLnBrk="0" hangingPunct="0">
              <a:defRPr sz="4800">
                <a:solidFill>
                  <a:schemeClr val="tx1"/>
                </a:solidFill>
                <a:latin typeface="Arial" charset="0"/>
              </a:defRPr>
            </a:lvl9pPr>
          </a:lstStyle>
          <a:p>
            <a:pPr algn="ctr" defTabSz="2944931">
              <a:spcBef>
                <a:spcPts val="424"/>
              </a:spcBef>
              <a:spcAft>
                <a:spcPts val="848"/>
              </a:spcAft>
            </a:pPr>
            <a:r>
              <a:rPr lang="en-US" altLang="en-US" sz="3390" b="1">
                <a:solidFill>
                  <a:srgbClr val="002060"/>
                </a:solidFill>
                <a:effectLst>
                  <a:outerShdw blurRad="38100" dist="38100" dir="2700000" algn="tl">
                    <a:srgbClr val="C0C0C0"/>
                  </a:outerShdw>
                </a:effectLst>
                <a:latin typeface="Open Sans SemiBold" panose="020B0706030804020204" pitchFamily="34" charset="0"/>
                <a:ea typeface="Open Sans SemiBold" panose="020B0706030804020204" pitchFamily="34" charset="0"/>
                <a:cs typeface="Open Sans SemiBold" panose="020B0706030804020204" pitchFamily="34" charset="0"/>
              </a:rPr>
              <a:t>Methodology</a:t>
            </a:r>
            <a:r>
              <a:rPr lang="en-MY" altLang="en-US" sz="2260">
                <a:solidFill>
                  <a:srgbClr val="002060"/>
                </a:solidFill>
                <a:latin typeface="Arial Narrow" panose="020B0606020202030204" pitchFamily="34" charset="0"/>
              </a:rPr>
              <a:t> </a:t>
            </a:r>
            <a:endParaRPr lang="en-US" altLang="en-US" sz="2260">
              <a:solidFill>
                <a:srgbClr val="002060"/>
              </a:solidFill>
              <a:latin typeface="Arial Narrow" panose="020B0606020202030204" pitchFamily="34" charset="0"/>
            </a:endParaRPr>
          </a:p>
          <a:p>
            <a:pPr algn="just" defTabSz="2944931">
              <a:spcBef>
                <a:spcPct val="20000"/>
              </a:spcBef>
            </a:pPr>
            <a:endParaRPr lang="en-US" altLang="en-US" sz="2260">
              <a:latin typeface="Arial Narrow" panose="020B0606020202030204" pitchFamily="34" charset="0"/>
            </a:endParaRPr>
          </a:p>
          <a:p>
            <a:pPr algn="just" defTabSz="2944931">
              <a:spcBef>
                <a:spcPct val="20000"/>
              </a:spcBef>
            </a:pPr>
            <a:endParaRPr lang="en-US" altLang="en-US" sz="2260">
              <a:latin typeface="Arial Narrow" panose="020B0606020202030204" pitchFamily="34" charset="0"/>
            </a:endParaRPr>
          </a:p>
          <a:p>
            <a:pPr algn="just" defTabSz="2944931">
              <a:spcBef>
                <a:spcPct val="20000"/>
              </a:spcBef>
            </a:pPr>
            <a:endParaRPr lang="en-US" altLang="en-US" sz="2260">
              <a:latin typeface="Arial Narrow" panose="020B0606020202030204" pitchFamily="34" charset="0"/>
            </a:endParaRPr>
          </a:p>
          <a:p>
            <a:pPr algn="just" defTabSz="2944931">
              <a:spcBef>
                <a:spcPct val="20000"/>
              </a:spcBef>
            </a:pPr>
            <a:endParaRPr lang="en-US" altLang="en-US" sz="2260">
              <a:latin typeface="Arial Narrow" panose="020B0606020202030204" pitchFamily="34" charset="0"/>
            </a:endParaRPr>
          </a:p>
        </p:txBody>
      </p:sp>
      <p:sp>
        <p:nvSpPr>
          <p:cNvPr id="7" name="Subtitle 2">
            <a:extLst>
              <a:ext uri="{FF2B5EF4-FFF2-40B4-BE49-F238E27FC236}">
                <a16:creationId xmlns:a16="http://schemas.microsoft.com/office/drawing/2014/main" id="{682300B8-5F3E-350C-B767-5227EB42C541}"/>
              </a:ext>
            </a:extLst>
          </p:cNvPr>
          <p:cNvSpPr txBox="1">
            <a:spLocks/>
          </p:cNvSpPr>
          <p:nvPr/>
        </p:nvSpPr>
        <p:spPr bwMode="auto">
          <a:xfrm>
            <a:off x="703569" y="27389039"/>
            <a:ext cx="19976486" cy="2141898"/>
          </a:xfrm>
          <a:prstGeom prst="roundRect">
            <a:avLst/>
          </a:prstGeom>
          <a:ln/>
        </p:spPr>
        <p:style>
          <a:lnRef idx="2">
            <a:schemeClr val="accent2"/>
          </a:lnRef>
          <a:fillRef idx="1">
            <a:schemeClr val="lt1"/>
          </a:fillRef>
          <a:effectRef idx="0">
            <a:schemeClr val="accent2"/>
          </a:effectRef>
          <a:fontRef idx="minor">
            <a:schemeClr val="dk1"/>
          </a:fontRef>
        </p:style>
        <p:txBody>
          <a:bodyPr lIns="254271" tIns="127135" rIns="254271" bIns="127135">
            <a:normAutofit/>
          </a:bodyPr>
          <a:lstStyle>
            <a:lvl1pPr>
              <a:defRPr sz="4800">
                <a:solidFill>
                  <a:schemeClr val="tx1"/>
                </a:solidFill>
                <a:latin typeface="Arial" charset="0"/>
              </a:defRPr>
            </a:lvl1pPr>
            <a:lvl2pPr marL="742950" indent="-285750">
              <a:defRPr sz="4800">
                <a:solidFill>
                  <a:schemeClr val="tx1"/>
                </a:solidFill>
                <a:latin typeface="Arial" charset="0"/>
              </a:defRPr>
            </a:lvl2pPr>
            <a:lvl3pPr marL="1143000" indent="-228600">
              <a:defRPr sz="4800">
                <a:solidFill>
                  <a:schemeClr val="tx1"/>
                </a:solidFill>
                <a:latin typeface="Arial" charset="0"/>
              </a:defRPr>
            </a:lvl3pPr>
            <a:lvl4pPr marL="1600200" indent="-228600">
              <a:defRPr sz="4800">
                <a:solidFill>
                  <a:schemeClr val="tx1"/>
                </a:solidFill>
                <a:latin typeface="Arial" charset="0"/>
              </a:defRPr>
            </a:lvl4pPr>
            <a:lvl5pPr marL="2057400" indent="-228600">
              <a:defRPr sz="4800">
                <a:solidFill>
                  <a:schemeClr val="tx1"/>
                </a:solidFill>
                <a:latin typeface="Arial" charset="0"/>
              </a:defRPr>
            </a:lvl5pPr>
            <a:lvl6pPr marL="2514600" indent="-228600" eaLnBrk="0" hangingPunct="0">
              <a:defRPr sz="4800">
                <a:solidFill>
                  <a:schemeClr val="tx1"/>
                </a:solidFill>
                <a:latin typeface="Arial" charset="0"/>
              </a:defRPr>
            </a:lvl6pPr>
            <a:lvl7pPr marL="2971800" indent="-228600" eaLnBrk="0" hangingPunct="0">
              <a:defRPr sz="4800">
                <a:solidFill>
                  <a:schemeClr val="tx1"/>
                </a:solidFill>
                <a:latin typeface="Arial" charset="0"/>
              </a:defRPr>
            </a:lvl7pPr>
            <a:lvl8pPr marL="3429000" indent="-228600" eaLnBrk="0" hangingPunct="0">
              <a:defRPr sz="4800">
                <a:solidFill>
                  <a:schemeClr val="tx1"/>
                </a:solidFill>
                <a:latin typeface="Arial" charset="0"/>
              </a:defRPr>
            </a:lvl8pPr>
            <a:lvl9pPr marL="3886200" indent="-228600" eaLnBrk="0" hangingPunct="0">
              <a:defRPr sz="4800">
                <a:solidFill>
                  <a:schemeClr val="tx1"/>
                </a:solidFill>
                <a:latin typeface="Arial" charset="0"/>
              </a:defRPr>
            </a:lvl9pPr>
          </a:lstStyle>
          <a:p>
            <a:pPr algn="ctr" defTabSz="2944931">
              <a:spcBef>
                <a:spcPts val="424"/>
              </a:spcBef>
              <a:spcAft>
                <a:spcPts val="848"/>
              </a:spcAft>
            </a:pPr>
            <a:r>
              <a:rPr lang="en-US" altLang="en-US" sz="3390" b="1">
                <a:solidFill>
                  <a:srgbClr val="002060"/>
                </a:solidFill>
                <a:effectLst>
                  <a:outerShdw blurRad="38100" dist="38100" dir="2700000" algn="tl">
                    <a:srgbClr val="C0C0C0"/>
                  </a:outerShdw>
                </a:effectLst>
                <a:latin typeface="Open Sans SemiBold" panose="020B0706030804020204" pitchFamily="34" charset="0"/>
                <a:ea typeface="Open Sans SemiBold" panose="020B0706030804020204" pitchFamily="34" charset="0"/>
                <a:cs typeface="Open Sans SemiBold" panose="020B0706030804020204" pitchFamily="34" charset="0"/>
              </a:rPr>
              <a:t>References</a:t>
            </a:r>
          </a:p>
        </p:txBody>
      </p:sp>
      <p:sp>
        <p:nvSpPr>
          <p:cNvPr id="10" name="Subtitle 2">
            <a:extLst>
              <a:ext uri="{FF2B5EF4-FFF2-40B4-BE49-F238E27FC236}">
                <a16:creationId xmlns:a16="http://schemas.microsoft.com/office/drawing/2014/main" id="{3A5D8A10-AC4D-5DBC-AA42-DB6ECCAED47D}"/>
              </a:ext>
            </a:extLst>
          </p:cNvPr>
          <p:cNvSpPr txBox="1">
            <a:spLocks/>
          </p:cNvSpPr>
          <p:nvPr/>
        </p:nvSpPr>
        <p:spPr bwMode="auto">
          <a:xfrm>
            <a:off x="703569" y="19029740"/>
            <a:ext cx="9845386" cy="8240354"/>
          </a:xfrm>
          <a:prstGeom prst="roundRect">
            <a:avLst/>
          </a:prstGeom>
          <a:ln/>
        </p:spPr>
        <p:style>
          <a:lnRef idx="2">
            <a:schemeClr val="accent2"/>
          </a:lnRef>
          <a:fillRef idx="1">
            <a:schemeClr val="lt1"/>
          </a:fillRef>
          <a:effectRef idx="0">
            <a:schemeClr val="accent2"/>
          </a:effectRef>
          <a:fontRef idx="minor">
            <a:schemeClr val="dk1"/>
          </a:fontRef>
        </p:style>
        <p:txBody>
          <a:bodyPr lIns="254271" tIns="127135" rIns="254271" bIns="127135">
            <a:normAutofit/>
          </a:bodyPr>
          <a:lstStyle>
            <a:lvl1pPr>
              <a:defRPr sz="4800">
                <a:solidFill>
                  <a:schemeClr val="tx1"/>
                </a:solidFill>
                <a:latin typeface="Arial" charset="0"/>
              </a:defRPr>
            </a:lvl1pPr>
            <a:lvl2pPr marL="742950" indent="-285750">
              <a:defRPr sz="4800">
                <a:solidFill>
                  <a:schemeClr val="tx1"/>
                </a:solidFill>
                <a:latin typeface="Arial" charset="0"/>
              </a:defRPr>
            </a:lvl2pPr>
            <a:lvl3pPr marL="1143000" indent="-228600">
              <a:defRPr sz="4800">
                <a:solidFill>
                  <a:schemeClr val="tx1"/>
                </a:solidFill>
                <a:latin typeface="Arial" charset="0"/>
              </a:defRPr>
            </a:lvl3pPr>
            <a:lvl4pPr marL="1600200" indent="-228600">
              <a:defRPr sz="4800">
                <a:solidFill>
                  <a:schemeClr val="tx1"/>
                </a:solidFill>
                <a:latin typeface="Arial" charset="0"/>
              </a:defRPr>
            </a:lvl4pPr>
            <a:lvl5pPr marL="2057400" indent="-228600">
              <a:defRPr sz="4800">
                <a:solidFill>
                  <a:schemeClr val="tx1"/>
                </a:solidFill>
                <a:latin typeface="Arial" charset="0"/>
              </a:defRPr>
            </a:lvl5pPr>
            <a:lvl6pPr marL="2514600" indent="-228600" eaLnBrk="0" hangingPunct="0">
              <a:defRPr sz="4800">
                <a:solidFill>
                  <a:schemeClr val="tx1"/>
                </a:solidFill>
                <a:latin typeface="Arial" charset="0"/>
              </a:defRPr>
            </a:lvl6pPr>
            <a:lvl7pPr marL="2971800" indent="-228600" eaLnBrk="0" hangingPunct="0">
              <a:defRPr sz="4800">
                <a:solidFill>
                  <a:schemeClr val="tx1"/>
                </a:solidFill>
                <a:latin typeface="Arial" charset="0"/>
              </a:defRPr>
            </a:lvl7pPr>
            <a:lvl8pPr marL="3429000" indent="-228600" eaLnBrk="0" hangingPunct="0">
              <a:defRPr sz="4800">
                <a:solidFill>
                  <a:schemeClr val="tx1"/>
                </a:solidFill>
                <a:latin typeface="Arial" charset="0"/>
              </a:defRPr>
            </a:lvl8pPr>
            <a:lvl9pPr marL="3886200" indent="-228600" eaLnBrk="0" hangingPunct="0">
              <a:defRPr sz="4800">
                <a:solidFill>
                  <a:schemeClr val="tx1"/>
                </a:solidFill>
                <a:latin typeface="Arial" charset="0"/>
              </a:defRPr>
            </a:lvl9pPr>
          </a:lstStyle>
          <a:p>
            <a:pPr algn="ctr" defTabSz="2944931">
              <a:spcBef>
                <a:spcPts val="424"/>
              </a:spcBef>
              <a:spcAft>
                <a:spcPts val="848"/>
              </a:spcAft>
            </a:pPr>
            <a:r>
              <a:rPr lang="en-US" altLang="en-US" sz="3390" b="1">
                <a:solidFill>
                  <a:srgbClr val="002060"/>
                </a:solidFill>
                <a:effectLst>
                  <a:outerShdw blurRad="38100" dist="38100" dir="2700000" algn="tl">
                    <a:srgbClr val="C0C0C0"/>
                  </a:outerShdw>
                </a:effectLst>
                <a:latin typeface="Open Sans SemiBold" panose="020B0706030804020204" pitchFamily="34" charset="0"/>
                <a:ea typeface="Open Sans SemiBold" panose="020B0706030804020204" pitchFamily="34" charset="0"/>
                <a:cs typeface="Open Sans SemiBold" panose="020B0706030804020204" pitchFamily="34" charset="0"/>
              </a:rPr>
              <a:t>Literature Review</a:t>
            </a:r>
            <a:endParaRPr lang="en-US" altLang="en-US" sz="989">
              <a:solidFill>
                <a:srgbClr val="002060"/>
              </a:solidFill>
              <a:latin typeface="Arial Narrow" panose="020B0606020202030204" pitchFamily="34" charset="0"/>
            </a:endParaRPr>
          </a:p>
          <a:p>
            <a:pPr algn="just" defTabSz="2944931">
              <a:spcBef>
                <a:spcPct val="20000"/>
              </a:spcBef>
            </a:pPr>
            <a:endParaRPr lang="en-US" altLang="en-US" sz="2260">
              <a:latin typeface="Arial Narrow" panose="020B0606020202030204" pitchFamily="34" charset="0"/>
            </a:endParaRPr>
          </a:p>
        </p:txBody>
      </p:sp>
      <p:sp>
        <p:nvSpPr>
          <p:cNvPr id="11" name="Subtitle 2">
            <a:extLst>
              <a:ext uri="{FF2B5EF4-FFF2-40B4-BE49-F238E27FC236}">
                <a16:creationId xmlns:a16="http://schemas.microsoft.com/office/drawing/2014/main" id="{FEB943A5-CB13-6CC3-0E64-969DB4299ADA}"/>
              </a:ext>
            </a:extLst>
          </p:cNvPr>
          <p:cNvSpPr txBox="1">
            <a:spLocks/>
          </p:cNvSpPr>
          <p:nvPr/>
        </p:nvSpPr>
        <p:spPr bwMode="auto">
          <a:xfrm>
            <a:off x="10764093" y="22800841"/>
            <a:ext cx="9915963" cy="4469253"/>
          </a:xfrm>
          <a:prstGeom prst="roundRect">
            <a:avLst/>
          </a:prstGeom>
          <a:ln/>
        </p:spPr>
        <p:style>
          <a:lnRef idx="2">
            <a:schemeClr val="accent2"/>
          </a:lnRef>
          <a:fillRef idx="1">
            <a:schemeClr val="lt1"/>
          </a:fillRef>
          <a:effectRef idx="0">
            <a:schemeClr val="accent2"/>
          </a:effectRef>
          <a:fontRef idx="minor">
            <a:schemeClr val="dk1"/>
          </a:fontRef>
        </p:style>
        <p:txBody>
          <a:bodyPr lIns="254271" tIns="127135" rIns="254271" bIns="127135">
            <a:normAutofit/>
          </a:bodyPr>
          <a:lstStyle>
            <a:lvl1pPr>
              <a:defRPr sz="4800">
                <a:solidFill>
                  <a:schemeClr val="tx1"/>
                </a:solidFill>
                <a:latin typeface="Arial" charset="0"/>
              </a:defRPr>
            </a:lvl1pPr>
            <a:lvl2pPr marL="742950" indent="-285750">
              <a:defRPr sz="4800">
                <a:solidFill>
                  <a:schemeClr val="tx1"/>
                </a:solidFill>
                <a:latin typeface="Arial" charset="0"/>
              </a:defRPr>
            </a:lvl2pPr>
            <a:lvl3pPr marL="1143000" indent="-228600">
              <a:defRPr sz="4800">
                <a:solidFill>
                  <a:schemeClr val="tx1"/>
                </a:solidFill>
                <a:latin typeface="Arial" charset="0"/>
              </a:defRPr>
            </a:lvl3pPr>
            <a:lvl4pPr marL="1600200" indent="-228600">
              <a:defRPr sz="4800">
                <a:solidFill>
                  <a:schemeClr val="tx1"/>
                </a:solidFill>
                <a:latin typeface="Arial" charset="0"/>
              </a:defRPr>
            </a:lvl4pPr>
            <a:lvl5pPr marL="2057400" indent="-228600">
              <a:defRPr sz="4800">
                <a:solidFill>
                  <a:schemeClr val="tx1"/>
                </a:solidFill>
                <a:latin typeface="Arial" charset="0"/>
              </a:defRPr>
            </a:lvl5pPr>
            <a:lvl6pPr marL="2514600" indent="-228600" eaLnBrk="0" hangingPunct="0">
              <a:defRPr sz="4800">
                <a:solidFill>
                  <a:schemeClr val="tx1"/>
                </a:solidFill>
                <a:latin typeface="Arial" charset="0"/>
              </a:defRPr>
            </a:lvl6pPr>
            <a:lvl7pPr marL="2971800" indent="-228600" eaLnBrk="0" hangingPunct="0">
              <a:defRPr sz="4800">
                <a:solidFill>
                  <a:schemeClr val="tx1"/>
                </a:solidFill>
                <a:latin typeface="Arial" charset="0"/>
              </a:defRPr>
            </a:lvl7pPr>
            <a:lvl8pPr marL="3429000" indent="-228600" eaLnBrk="0" hangingPunct="0">
              <a:defRPr sz="4800">
                <a:solidFill>
                  <a:schemeClr val="tx1"/>
                </a:solidFill>
                <a:latin typeface="Arial" charset="0"/>
              </a:defRPr>
            </a:lvl8pPr>
            <a:lvl9pPr marL="3886200" indent="-228600" eaLnBrk="0" hangingPunct="0">
              <a:defRPr sz="4800">
                <a:solidFill>
                  <a:schemeClr val="tx1"/>
                </a:solidFill>
                <a:latin typeface="Arial" charset="0"/>
              </a:defRPr>
            </a:lvl9pPr>
          </a:lstStyle>
          <a:p>
            <a:pPr algn="ctr" defTabSz="2944931">
              <a:spcBef>
                <a:spcPts val="424"/>
              </a:spcBef>
              <a:spcAft>
                <a:spcPts val="848"/>
              </a:spcAft>
            </a:pPr>
            <a:r>
              <a:rPr lang="en-US" altLang="en-US" sz="3390" b="1">
                <a:solidFill>
                  <a:srgbClr val="002060"/>
                </a:solidFill>
                <a:effectLst>
                  <a:outerShdw blurRad="38100" dist="38100" dir="2700000" algn="tl">
                    <a:srgbClr val="C0C0C0"/>
                  </a:outerShdw>
                </a:effectLst>
                <a:latin typeface="Open Sans SemiBold" panose="020B0706030804020204" pitchFamily="34" charset="0"/>
                <a:ea typeface="Open Sans SemiBold" panose="020B0706030804020204" pitchFamily="34" charset="0"/>
                <a:cs typeface="Open Sans SemiBold" panose="020B0706030804020204" pitchFamily="34" charset="0"/>
              </a:rPr>
              <a:t>Future Works</a:t>
            </a:r>
          </a:p>
          <a:p>
            <a:pPr algn="just" defTabSz="2944931">
              <a:spcBef>
                <a:spcPct val="20000"/>
              </a:spcBef>
            </a:pPr>
            <a:endParaRPr lang="en-US" altLang="en-US" sz="2260">
              <a:latin typeface="Arial Narrow" panose="020B0606020202030204" pitchFamily="34" charset="0"/>
            </a:endParaRPr>
          </a:p>
          <a:p>
            <a:pPr algn="just" defTabSz="2944931">
              <a:spcBef>
                <a:spcPct val="20000"/>
              </a:spcBef>
            </a:pPr>
            <a:endParaRPr lang="en-US" altLang="en-US" sz="2260">
              <a:latin typeface="Arial Narrow" panose="020B0606020202030204" pitchFamily="34" charset="0"/>
            </a:endParaRPr>
          </a:p>
        </p:txBody>
      </p:sp>
      <p:sp>
        <p:nvSpPr>
          <p:cNvPr id="14" name="Subtitle 2">
            <a:extLst>
              <a:ext uri="{FF2B5EF4-FFF2-40B4-BE49-F238E27FC236}">
                <a16:creationId xmlns:a16="http://schemas.microsoft.com/office/drawing/2014/main" id="{C1312414-2678-09A0-55F7-B64B62C1B01A}"/>
              </a:ext>
            </a:extLst>
          </p:cNvPr>
          <p:cNvSpPr txBox="1">
            <a:spLocks/>
          </p:cNvSpPr>
          <p:nvPr/>
        </p:nvSpPr>
        <p:spPr bwMode="auto">
          <a:xfrm>
            <a:off x="10764093" y="19029740"/>
            <a:ext cx="9915963" cy="3618522"/>
          </a:xfrm>
          <a:prstGeom prst="roundRect">
            <a:avLst/>
          </a:prstGeom>
          <a:ln/>
        </p:spPr>
        <p:style>
          <a:lnRef idx="2">
            <a:schemeClr val="accent2"/>
          </a:lnRef>
          <a:fillRef idx="1">
            <a:schemeClr val="lt1"/>
          </a:fillRef>
          <a:effectRef idx="0">
            <a:schemeClr val="accent2"/>
          </a:effectRef>
          <a:fontRef idx="minor">
            <a:schemeClr val="dk1"/>
          </a:fontRef>
        </p:style>
        <p:txBody>
          <a:bodyPr lIns="254271" tIns="127135" rIns="254271" bIns="127135">
            <a:normAutofit/>
          </a:bodyPr>
          <a:lstStyle>
            <a:lvl1pPr>
              <a:defRPr sz="4800">
                <a:solidFill>
                  <a:schemeClr val="tx1"/>
                </a:solidFill>
                <a:latin typeface="Arial" charset="0"/>
              </a:defRPr>
            </a:lvl1pPr>
            <a:lvl2pPr marL="742950" indent="-285750">
              <a:defRPr sz="4800">
                <a:solidFill>
                  <a:schemeClr val="tx1"/>
                </a:solidFill>
                <a:latin typeface="Arial" charset="0"/>
              </a:defRPr>
            </a:lvl2pPr>
            <a:lvl3pPr marL="1143000" indent="-228600">
              <a:defRPr sz="4800">
                <a:solidFill>
                  <a:schemeClr val="tx1"/>
                </a:solidFill>
                <a:latin typeface="Arial" charset="0"/>
              </a:defRPr>
            </a:lvl3pPr>
            <a:lvl4pPr marL="1600200" indent="-228600">
              <a:defRPr sz="4800">
                <a:solidFill>
                  <a:schemeClr val="tx1"/>
                </a:solidFill>
                <a:latin typeface="Arial" charset="0"/>
              </a:defRPr>
            </a:lvl4pPr>
            <a:lvl5pPr marL="2057400" indent="-228600">
              <a:defRPr sz="4800">
                <a:solidFill>
                  <a:schemeClr val="tx1"/>
                </a:solidFill>
                <a:latin typeface="Arial" charset="0"/>
              </a:defRPr>
            </a:lvl5pPr>
            <a:lvl6pPr marL="2514600" indent="-228600" eaLnBrk="0" hangingPunct="0">
              <a:defRPr sz="4800">
                <a:solidFill>
                  <a:schemeClr val="tx1"/>
                </a:solidFill>
                <a:latin typeface="Arial" charset="0"/>
              </a:defRPr>
            </a:lvl6pPr>
            <a:lvl7pPr marL="2971800" indent="-228600" eaLnBrk="0" hangingPunct="0">
              <a:defRPr sz="4800">
                <a:solidFill>
                  <a:schemeClr val="tx1"/>
                </a:solidFill>
                <a:latin typeface="Arial" charset="0"/>
              </a:defRPr>
            </a:lvl7pPr>
            <a:lvl8pPr marL="3429000" indent="-228600" eaLnBrk="0" hangingPunct="0">
              <a:defRPr sz="4800">
                <a:solidFill>
                  <a:schemeClr val="tx1"/>
                </a:solidFill>
                <a:latin typeface="Arial" charset="0"/>
              </a:defRPr>
            </a:lvl8pPr>
            <a:lvl9pPr marL="3886200" indent="-228600" eaLnBrk="0" hangingPunct="0">
              <a:defRPr sz="4800">
                <a:solidFill>
                  <a:schemeClr val="tx1"/>
                </a:solidFill>
                <a:latin typeface="Arial" charset="0"/>
              </a:defRPr>
            </a:lvl9pPr>
          </a:lstStyle>
          <a:p>
            <a:pPr algn="ctr" defTabSz="2944931">
              <a:spcBef>
                <a:spcPts val="424"/>
              </a:spcBef>
              <a:spcAft>
                <a:spcPts val="848"/>
              </a:spcAft>
            </a:pPr>
            <a:r>
              <a:rPr lang="en-US" altLang="en-US" sz="3390" b="1">
                <a:solidFill>
                  <a:srgbClr val="002060"/>
                </a:solidFill>
                <a:effectLst>
                  <a:outerShdw blurRad="38100" dist="38100" dir="2700000" algn="tl">
                    <a:srgbClr val="C0C0C0"/>
                  </a:outerShdw>
                </a:effectLst>
                <a:latin typeface="Open Sans SemiBold" panose="020B0706030804020204" pitchFamily="34" charset="0"/>
                <a:ea typeface="Open Sans SemiBold" panose="020B0706030804020204" pitchFamily="34" charset="0"/>
                <a:cs typeface="Open Sans SemiBold" panose="020B0706030804020204" pitchFamily="34" charset="0"/>
              </a:rPr>
              <a:t>Conclusion</a:t>
            </a:r>
          </a:p>
          <a:p>
            <a:pPr algn="just" defTabSz="2944931">
              <a:spcBef>
                <a:spcPct val="20000"/>
              </a:spcBef>
            </a:pPr>
            <a:r>
              <a:rPr lang="en-GB" altLang="en-US" sz="2000">
                <a:latin typeface="Bahnschrift" panose="020B0502040204020203" pitchFamily="34" charset="0"/>
              </a:rPr>
              <a:t>FLORENCE demonstrates how patient health data can be transformed into meaningful insights for both patients and clinicians. By connecting patient logs, AI interpretation, and clinician risk triage, the platform earlier awareness and more targeted care decisions.</a:t>
            </a:r>
          </a:p>
          <a:p>
            <a:pPr algn="just" defTabSz="2944931">
              <a:spcBef>
                <a:spcPct val="20000"/>
              </a:spcBef>
            </a:pPr>
            <a:endParaRPr lang="en-US" altLang="en-US" sz="2260">
              <a:latin typeface="Arial Narrow" panose="020B0606020202030204" pitchFamily="34" charset="0"/>
            </a:endParaRPr>
          </a:p>
          <a:p>
            <a:pPr algn="just" defTabSz="2944931">
              <a:spcBef>
                <a:spcPct val="20000"/>
              </a:spcBef>
            </a:pPr>
            <a:endParaRPr lang="en-US" altLang="en-US" sz="2260">
              <a:latin typeface="Arial Narrow" panose="020B0606020202030204" pitchFamily="34" charset="0"/>
            </a:endParaRPr>
          </a:p>
        </p:txBody>
      </p:sp>
      <p:sp>
        <p:nvSpPr>
          <p:cNvPr id="15" name="Subtitle 2">
            <a:extLst>
              <a:ext uri="{FF2B5EF4-FFF2-40B4-BE49-F238E27FC236}">
                <a16:creationId xmlns:a16="http://schemas.microsoft.com/office/drawing/2014/main" id="{AF0AD07B-AE79-7C05-01BC-BFA65FC90A0E}"/>
              </a:ext>
            </a:extLst>
          </p:cNvPr>
          <p:cNvSpPr txBox="1">
            <a:spLocks/>
          </p:cNvSpPr>
          <p:nvPr/>
        </p:nvSpPr>
        <p:spPr bwMode="auto">
          <a:xfrm>
            <a:off x="10764093" y="4334118"/>
            <a:ext cx="9915962" cy="5223258"/>
          </a:xfrm>
          <a:prstGeom prst="roundRect">
            <a:avLst/>
          </a:prstGeom>
          <a:ln/>
        </p:spPr>
        <p:style>
          <a:lnRef idx="2">
            <a:schemeClr val="accent2"/>
          </a:lnRef>
          <a:fillRef idx="1">
            <a:schemeClr val="lt1"/>
          </a:fillRef>
          <a:effectRef idx="0">
            <a:schemeClr val="accent2"/>
          </a:effectRef>
          <a:fontRef idx="minor">
            <a:schemeClr val="dk1"/>
          </a:fontRef>
        </p:style>
        <p:txBody>
          <a:bodyPr lIns="254271" tIns="127135" rIns="254271" bIns="127135">
            <a:normAutofit/>
          </a:bodyPr>
          <a:lstStyle>
            <a:lvl1pPr>
              <a:defRPr sz="4800">
                <a:solidFill>
                  <a:schemeClr val="tx1"/>
                </a:solidFill>
                <a:latin typeface="Arial" charset="0"/>
              </a:defRPr>
            </a:lvl1pPr>
            <a:lvl2pPr marL="742950" indent="-285750">
              <a:defRPr sz="4800">
                <a:solidFill>
                  <a:schemeClr val="tx1"/>
                </a:solidFill>
                <a:latin typeface="Arial" charset="0"/>
              </a:defRPr>
            </a:lvl2pPr>
            <a:lvl3pPr marL="1143000" indent="-228600">
              <a:defRPr sz="4800">
                <a:solidFill>
                  <a:schemeClr val="tx1"/>
                </a:solidFill>
                <a:latin typeface="Arial" charset="0"/>
              </a:defRPr>
            </a:lvl3pPr>
            <a:lvl4pPr marL="1600200" indent="-228600">
              <a:defRPr sz="4800">
                <a:solidFill>
                  <a:schemeClr val="tx1"/>
                </a:solidFill>
                <a:latin typeface="Arial" charset="0"/>
              </a:defRPr>
            </a:lvl4pPr>
            <a:lvl5pPr marL="2057400" indent="-228600">
              <a:defRPr sz="4800">
                <a:solidFill>
                  <a:schemeClr val="tx1"/>
                </a:solidFill>
                <a:latin typeface="Arial" charset="0"/>
              </a:defRPr>
            </a:lvl5pPr>
            <a:lvl6pPr marL="2514600" indent="-228600" eaLnBrk="0" hangingPunct="0">
              <a:defRPr sz="4800">
                <a:solidFill>
                  <a:schemeClr val="tx1"/>
                </a:solidFill>
                <a:latin typeface="Arial" charset="0"/>
              </a:defRPr>
            </a:lvl6pPr>
            <a:lvl7pPr marL="2971800" indent="-228600" eaLnBrk="0" hangingPunct="0">
              <a:defRPr sz="4800">
                <a:solidFill>
                  <a:schemeClr val="tx1"/>
                </a:solidFill>
                <a:latin typeface="Arial" charset="0"/>
              </a:defRPr>
            </a:lvl7pPr>
            <a:lvl8pPr marL="3429000" indent="-228600" eaLnBrk="0" hangingPunct="0">
              <a:defRPr sz="4800">
                <a:solidFill>
                  <a:schemeClr val="tx1"/>
                </a:solidFill>
                <a:latin typeface="Arial" charset="0"/>
              </a:defRPr>
            </a:lvl8pPr>
            <a:lvl9pPr marL="3886200" indent="-228600" eaLnBrk="0" hangingPunct="0">
              <a:defRPr sz="4800">
                <a:solidFill>
                  <a:schemeClr val="tx1"/>
                </a:solidFill>
                <a:latin typeface="Arial" charset="0"/>
              </a:defRPr>
            </a:lvl9pPr>
          </a:lstStyle>
          <a:p>
            <a:pPr algn="ctr" defTabSz="2944931">
              <a:spcBef>
                <a:spcPts val="424"/>
              </a:spcBef>
              <a:spcAft>
                <a:spcPts val="848"/>
              </a:spcAft>
            </a:pPr>
            <a:r>
              <a:rPr lang="en-US" altLang="en-US" sz="3390" b="1">
                <a:solidFill>
                  <a:srgbClr val="002060"/>
                </a:solidFill>
                <a:effectLst>
                  <a:outerShdw blurRad="38100" dist="38100" dir="2700000" algn="tl">
                    <a:srgbClr val="C0C0C0"/>
                  </a:outerShdw>
                </a:effectLst>
                <a:latin typeface="Open Sans SemiBold" panose="020B0706030804020204" pitchFamily="34" charset="0"/>
                <a:ea typeface="Open Sans SemiBold" panose="020B0706030804020204" pitchFamily="34" charset="0"/>
                <a:cs typeface="Open Sans SemiBold" panose="020B0706030804020204" pitchFamily="34" charset="0"/>
              </a:rPr>
              <a:t>Problem Statement</a:t>
            </a:r>
          </a:p>
          <a:p>
            <a:pPr algn="just" defTabSz="2944931">
              <a:spcBef>
                <a:spcPct val="20000"/>
              </a:spcBef>
            </a:pPr>
            <a:r>
              <a:rPr lang="en-GB" altLang="en-US" sz="2100" b="1">
                <a:solidFill>
                  <a:schemeClr val="tx2"/>
                </a:solidFill>
                <a:latin typeface="Bahnschrift" panose="020B0502040204020203" pitchFamily="34" charset="0"/>
                <a:ea typeface="Open Sans SemiBold" panose="020B0706030804020204" pitchFamily="34" charset="0"/>
                <a:cs typeface="Open Sans SemiBold" panose="020B0706030804020204" pitchFamily="34" charset="0"/>
              </a:rPr>
              <a:t>Core problem: </a:t>
            </a:r>
            <a:r>
              <a:rPr lang="en-GB" altLang="en-US" sz="2100">
                <a:solidFill>
                  <a:schemeClr val="tx2"/>
                </a:solidFill>
                <a:latin typeface="Bahnschrift" panose="020B0502040204020203" pitchFamily="34" charset="0"/>
                <a:ea typeface="Open Sans SemiBold" panose="020B0706030804020204" pitchFamily="34" charset="0"/>
                <a:cs typeface="Open Sans SemiBold" panose="020B0706030804020204" pitchFamily="34" charset="0"/>
              </a:rPr>
              <a:t>Chronic disease management often depends on patients recording health data manually and clinicians reviewing it later. This creates gaps between daily symptoms, lifestyle patterns, and clinical decision-making. Patient data exists, but it is often fragmented, delayed, and difficult to turn into timely action. </a:t>
            </a:r>
          </a:p>
          <a:p>
            <a:pPr algn="just" defTabSz="2944931">
              <a:spcBef>
                <a:spcPct val="20000"/>
              </a:spcBef>
            </a:pPr>
            <a:endParaRPr lang="en-GB" altLang="en-US" sz="2100">
              <a:solidFill>
                <a:schemeClr val="tx2"/>
              </a:solidFill>
              <a:latin typeface="Bahnschrift" panose="020B0502040204020203" pitchFamily="34" charset="0"/>
              <a:ea typeface="Open Sans SemiBold" panose="020B0706030804020204" pitchFamily="34" charset="0"/>
              <a:cs typeface="Open Sans SemiBold" panose="020B0706030804020204" pitchFamily="34" charset="0"/>
            </a:endParaRPr>
          </a:p>
        </p:txBody>
      </p:sp>
      <p:pic>
        <p:nvPicPr>
          <p:cNvPr id="3" name="Picture 2">
            <a:extLst>
              <a:ext uri="{FF2B5EF4-FFF2-40B4-BE49-F238E27FC236}">
                <a16:creationId xmlns:a16="http://schemas.microsoft.com/office/drawing/2014/main" id="{B65A8D0F-3440-758B-7027-E04A80DDE0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20931" y="7692994"/>
            <a:ext cx="1080000" cy="1080000"/>
          </a:xfrm>
          <a:prstGeom prst="rect">
            <a:avLst/>
          </a:prstGeom>
        </p:spPr>
      </p:pic>
      <p:pic>
        <p:nvPicPr>
          <p:cNvPr id="8" name="Picture 7">
            <a:extLst>
              <a:ext uri="{FF2B5EF4-FFF2-40B4-BE49-F238E27FC236}">
                <a16:creationId xmlns:a16="http://schemas.microsoft.com/office/drawing/2014/main" id="{B5AE48FD-4B14-404B-10A9-1058864BE6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86262" y="7684099"/>
            <a:ext cx="1080000" cy="1080000"/>
          </a:xfrm>
          <a:prstGeom prst="rect">
            <a:avLst/>
          </a:prstGeom>
        </p:spPr>
      </p:pic>
      <p:pic>
        <p:nvPicPr>
          <p:cNvPr id="16" name="Picture 15">
            <a:extLst>
              <a:ext uri="{FF2B5EF4-FFF2-40B4-BE49-F238E27FC236}">
                <a16:creationId xmlns:a16="http://schemas.microsoft.com/office/drawing/2014/main" id="{C9F4E74E-E660-D861-A8B3-895EFFEAB7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42956" y="7723320"/>
            <a:ext cx="1080000" cy="1080000"/>
          </a:xfrm>
          <a:prstGeom prst="rect">
            <a:avLst/>
          </a:prstGeom>
        </p:spPr>
      </p:pic>
      <p:pic>
        <p:nvPicPr>
          <p:cNvPr id="18" name="Picture 17">
            <a:extLst>
              <a:ext uri="{FF2B5EF4-FFF2-40B4-BE49-F238E27FC236}">
                <a16:creationId xmlns:a16="http://schemas.microsoft.com/office/drawing/2014/main" id="{C2F3E11C-7D6A-D774-D254-44E5185AF0C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36013" y="7699025"/>
            <a:ext cx="1080000" cy="1080000"/>
          </a:xfrm>
          <a:prstGeom prst="rect">
            <a:avLst/>
          </a:prstGeom>
        </p:spPr>
      </p:pic>
      <p:pic>
        <p:nvPicPr>
          <p:cNvPr id="20" name="Picture 19">
            <a:extLst>
              <a:ext uri="{FF2B5EF4-FFF2-40B4-BE49-F238E27FC236}">
                <a16:creationId xmlns:a16="http://schemas.microsoft.com/office/drawing/2014/main" id="{43B2F149-6708-4620-4FA0-30D558B880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32908" y="7677452"/>
            <a:ext cx="1080000" cy="1080000"/>
          </a:xfrm>
          <a:prstGeom prst="rect">
            <a:avLst/>
          </a:prstGeom>
        </p:spPr>
      </p:pic>
      <p:sp>
        <p:nvSpPr>
          <p:cNvPr id="21" name="TextBox 20">
            <a:extLst>
              <a:ext uri="{FF2B5EF4-FFF2-40B4-BE49-F238E27FC236}">
                <a16:creationId xmlns:a16="http://schemas.microsoft.com/office/drawing/2014/main" id="{4EADB4DE-7A96-204D-37F2-B53365060FD0}"/>
              </a:ext>
            </a:extLst>
          </p:cNvPr>
          <p:cNvSpPr txBox="1"/>
          <p:nvPr/>
        </p:nvSpPr>
        <p:spPr>
          <a:xfrm>
            <a:off x="1097008" y="8778807"/>
            <a:ext cx="1281673" cy="400110"/>
          </a:xfrm>
          <a:prstGeom prst="rect">
            <a:avLst/>
          </a:prstGeom>
          <a:noFill/>
        </p:spPr>
        <p:txBody>
          <a:bodyPr wrap="square" rtlCol="0">
            <a:spAutoFit/>
          </a:bodyPr>
          <a:lstStyle/>
          <a:p>
            <a:pPr algn="ctr"/>
            <a:r>
              <a:rPr lang="en-MY" sz="2000">
                <a:latin typeface="Bahnschrift" panose="020B0502040204020203" pitchFamily="34" charset="0"/>
              </a:rPr>
              <a:t>Glucose</a:t>
            </a:r>
          </a:p>
        </p:txBody>
      </p:sp>
      <p:sp>
        <p:nvSpPr>
          <p:cNvPr id="22" name="TextBox 21">
            <a:extLst>
              <a:ext uri="{FF2B5EF4-FFF2-40B4-BE49-F238E27FC236}">
                <a16:creationId xmlns:a16="http://schemas.microsoft.com/office/drawing/2014/main" id="{464A4ECD-50A1-6743-26FB-D7DB09EC012D}"/>
              </a:ext>
            </a:extLst>
          </p:cNvPr>
          <p:cNvSpPr txBox="1"/>
          <p:nvPr/>
        </p:nvSpPr>
        <p:spPr>
          <a:xfrm>
            <a:off x="2523332" y="8801454"/>
            <a:ext cx="2267864" cy="400110"/>
          </a:xfrm>
          <a:prstGeom prst="rect">
            <a:avLst/>
          </a:prstGeom>
          <a:noFill/>
        </p:spPr>
        <p:txBody>
          <a:bodyPr wrap="square" rtlCol="0">
            <a:spAutoFit/>
          </a:bodyPr>
          <a:lstStyle/>
          <a:p>
            <a:pPr algn="ctr"/>
            <a:r>
              <a:rPr lang="en-MY" sz="2000">
                <a:latin typeface="Bahnschrift" panose="020B0502040204020203" pitchFamily="34" charset="0"/>
              </a:rPr>
              <a:t>Blood Pressure</a:t>
            </a:r>
          </a:p>
        </p:txBody>
      </p:sp>
      <p:sp>
        <p:nvSpPr>
          <p:cNvPr id="24" name="TextBox 23">
            <a:extLst>
              <a:ext uri="{FF2B5EF4-FFF2-40B4-BE49-F238E27FC236}">
                <a16:creationId xmlns:a16="http://schemas.microsoft.com/office/drawing/2014/main" id="{FF25E01D-8916-283B-86D7-307D84B018E5}"/>
              </a:ext>
            </a:extLst>
          </p:cNvPr>
          <p:cNvSpPr txBox="1"/>
          <p:nvPr/>
        </p:nvSpPr>
        <p:spPr>
          <a:xfrm>
            <a:off x="4814453" y="8778807"/>
            <a:ext cx="1667912" cy="400110"/>
          </a:xfrm>
          <a:prstGeom prst="rect">
            <a:avLst/>
          </a:prstGeom>
          <a:noFill/>
        </p:spPr>
        <p:txBody>
          <a:bodyPr wrap="square" rtlCol="0">
            <a:spAutoFit/>
          </a:bodyPr>
          <a:lstStyle/>
          <a:p>
            <a:pPr algn="ctr"/>
            <a:r>
              <a:rPr lang="en-MY" sz="2000">
                <a:latin typeface="Bahnschrift" panose="020B0502040204020203" pitchFamily="34" charset="0"/>
              </a:rPr>
              <a:t>Medication</a:t>
            </a:r>
          </a:p>
        </p:txBody>
      </p:sp>
      <p:sp>
        <p:nvSpPr>
          <p:cNvPr id="25" name="TextBox 24">
            <a:extLst>
              <a:ext uri="{FF2B5EF4-FFF2-40B4-BE49-F238E27FC236}">
                <a16:creationId xmlns:a16="http://schemas.microsoft.com/office/drawing/2014/main" id="{5D390BAF-6351-FCCE-9BCC-02F65D958917}"/>
              </a:ext>
            </a:extLst>
          </p:cNvPr>
          <p:cNvSpPr txBox="1"/>
          <p:nvPr/>
        </p:nvSpPr>
        <p:spPr>
          <a:xfrm>
            <a:off x="6858748" y="8778807"/>
            <a:ext cx="1281673" cy="400110"/>
          </a:xfrm>
          <a:prstGeom prst="rect">
            <a:avLst/>
          </a:prstGeom>
          <a:noFill/>
        </p:spPr>
        <p:txBody>
          <a:bodyPr wrap="square" rtlCol="0">
            <a:spAutoFit/>
          </a:bodyPr>
          <a:lstStyle/>
          <a:p>
            <a:pPr algn="ctr"/>
            <a:r>
              <a:rPr lang="en-MY" sz="2000">
                <a:latin typeface="Bahnschrift" panose="020B0502040204020203" pitchFamily="34" charset="0"/>
              </a:rPr>
              <a:t>Meal</a:t>
            </a:r>
          </a:p>
        </p:txBody>
      </p:sp>
      <p:sp>
        <p:nvSpPr>
          <p:cNvPr id="26" name="TextBox 25">
            <a:extLst>
              <a:ext uri="{FF2B5EF4-FFF2-40B4-BE49-F238E27FC236}">
                <a16:creationId xmlns:a16="http://schemas.microsoft.com/office/drawing/2014/main" id="{CF669908-8D54-2D72-CF6D-14C20CBA1123}"/>
              </a:ext>
            </a:extLst>
          </p:cNvPr>
          <p:cNvSpPr txBox="1"/>
          <p:nvPr/>
        </p:nvSpPr>
        <p:spPr>
          <a:xfrm>
            <a:off x="8732071" y="8782140"/>
            <a:ext cx="1281673" cy="400110"/>
          </a:xfrm>
          <a:prstGeom prst="rect">
            <a:avLst/>
          </a:prstGeom>
          <a:noFill/>
        </p:spPr>
        <p:txBody>
          <a:bodyPr wrap="square" rtlCol="0">
            <a:spAutoFit/>
          </a:bodyPr>
          <a:lstStyle/>
          <a:p>
            <a:pPr algn="ctr"/>
            <a:r>
              <a:rPr lang="en-MY" sz="2000">
                <a:latin typeface="Bahnschrift" panose="020B0502040204020203" pitchFamily="34" charset="0"/>
              </a:rPr>
              <a:t>Activity</a:t>
            </a:r>
          </a:p>
        </p:txBody>
      </p:sp>
      <p:graphicFrame>
        <p:nvGraphicFramePr>
          <p:cNvPr id="27" name="Table 26">
            <a:extLst>
              <a:ext uri="{FF2B5EF4-FFF2-40B4-BE49-F238E27FC236}">
                <a16:creationId xmlns:a16="http://schemas.microsoft.com/office/drawing/2014/main" id="{B2D92680-1A5F-5923-1DA5-9E36FDBF050C}"/>
              </a:ext>
            </a:extLst>
          </p:cNvPr>
          <p:cNvGraphicFramePr>
            <a:graphicFrameLocks noGrp="1"/>
          </p:cNvGraphicFramePr>
          <p:nvPr/>
        </p:nvGraphicFramePr>
        <p:xfrm>
          <a:off x="1563448" y="20463677"/>
          <a:ext cx="8224840" cy="5721988"/>
        </p:xfrm>
        <a:graphic>
          <a:graphicData uri="http://schemas.openxmlformats.org/drawingml/2006/table">
            <a:tbl>
              <a:tblPr firstRow="1" bandRow="1">
                <a:tableStyleId>{5C22544A-7EE6-4342-B048-85BDC9FD1C3A}</a:tableStyleId>
              </a:tblPr>
              <a:tblGrid>
                <a:gridCol w="4112420">
                  <a:extLst>
                    <a:ext uri="{9D8B030D-6E8A-4147-A177-3AD203B41FA5}">
                      <a16:colId xmlns:a16="http://schemas.microsoft.com/office/drawing/2014/main" val="2034698981"/>
                    </a:ext>
                  </a:extLst>
                </a:gridCol>
                <a:gridCol w="4112420">
                  <a:extLst>
                    <a:ext uri="{9D8B030D-6E8A-4147-A177-3AD203B41FA5}">
                      <a16:colId xmlns:a16="http://schemas.microsoft.com/office/drawing/2014/main" val="3444308910"/>
                    </a:ext>
                  </a:extLst>
                </a:gridCol>
              </a:tblGrid>
              <a:tr h="2860994">
                <a:tc>
                  <a:txBody>
                    <a:bodyPr/>
                    <a:lstStyle/>
                    <a:p>
                      <a:endParaRPr lang="en-GB" noProof="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7256009"/>
                  </a:ext>
                </a:extLst>
              </a:tr>
              <a:tr h="2860994">
                <a:tc>
                  <a:txBody>
                    <a:bodyPr/>
                    <a:lstStyle/>
                    <a:p>
                      <a:endParaRPr lang="en-GB" noProof="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noProof="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9809869"/>
                  </a:ext>
                </a:extLst>
              </a:tr>
            </a:tbl>
          </a:graphicData>
        </a:graphic>
      </p:graphicFrame>
      <p:sp>
        <p:nvSpPr>
          <p:cNvPr id="28" name="TextBox 27">
            <a:extLst>
              <a:ext uri="{FF2B5EF4-FFF2-40B4-BE49-F238E27FC236}">
                <a16:creationId xmlns:a16="http://schemas.microsoft.com/office/drawing/2014/main" id="{4B7B6EEC-6D7C-E08F-9D32-6A42F9B5B7D5}"/>
              </a:ext>
            </a:extLst>
          </p:cNvPr>
          <p:cNvSpPr txBox="1"/>
          <p:nvPr/>
        </p:nvSpPr>
        <p:spPr>
          <a:xfrm rot="16200000">
            <a:off x="36349" y="23124615"/>
            <a:ext cx="2485179" cy="400110"/>
          </a:xfrm>
          <a:prstGeom prst="rect">
            <a:avLst/>
          </a:prstGeom>
          <a:noFill/>
        </p:spPr>
        <p:txBody>
          <a:bodyPr wrap="square" rtlCol="0">
            <a:spAutoFit/>
          </a:bodyPr>
          <a:lstStyle/>
          <a:p>
            <a:pPr algn="ctr"/>
            <a:r>
              <a:rPr lang="en-GB" sz="2000" noProof="0">
                <a:solidFill>
                  <a:schemeClr val="tx1">
                    <a:lumMod val="90000"/>
                    <a:lumOff val="10000"/>
                  </a:schemeClr>
                </a:solidFill>
                <a:latin typeface="Bahnschrift" panose="020B0502040204020203" pitchFamily="34" charset="0"/>
              </a:rPr>
              <a:t>Reactive/Episodic</a:t>
            </a:r>
          </a:p>
        </p:txBody>
      </p:sp>
      <p:sp>
        <p:nvSpPr>
          <p:cNvPr id="29" name="TextBox 28">
            <a:extLst>
              <a:ext uri="{FF2B5EF4-FFF2-40B4-BE49-F238E27FC236}">
                <a16:creationId xmlns:a16="http://schemas.microsoft.com/office/drawing/2014/main" id="{656153D4-32C9-3EF8-631B-B3BC0BF3FB0B}"/>
              </a:ext>
            </a:extLst>
          </p:cNvPr>
          <p:cNvSpPr txBox="1"/>
          <p:nvPr/>
        </p:nvSpPr>
        <p:spPr>
          <a:xfrm>
            <a:off x="4017930" y="20034150"/>
            <a:ext cx="3315876" cy="400110"/>
          </a:xfrm>
          <a:prstGeom prst="rect">
            <a:avLst/>
          </a:prstGeom>
          <a:noFill/>
        </p:spPr>
        <p:txBody>
          <a:bodyPr wrap="square" rtlCol="0">
            <a:spAutoFit/>
          </a:bodyPr>
          <a:lstStyle/>
          <a:p>
            <a:pPr algn="ctr"/>
            <a:r>
              <a:rPr lang="en-GB" sz="2000" noProof="0">
                <a:solidFill>
                  <a:schemeClr val="tx1">
                    <a:lumMod val="90000"/>
                    <a:lumOff val="10000"/>
                  </a:schemeClr>
                </a:solidFill>
                <a:latin typeface="Bahnschrift" panose="020B0502040204020203" pitchFamily="34" charset="0"/>
              </a:rPr>
              <a:t>High Scalability/AI-Driven</a:t>
            </a:r>
          </a:p>
        </p:txBody>
      </p:sp>
      <p:sp>
        <p:nvSpPr>
          <p:cNvPr id="30" name="TextBox 29">
            <a:extLst>
              <a:ext uri="{FF2B5EF4-FFF2-40B4-BE49-F238E27FC236}">
                <a16:creationId xmlns:a16="http://schemas.microsoft.com/office/drawing/2014/main" id="{70C5B27A-A042-9F9F-E0AA-0A4EDF06D8B9}"/>
              </a:ext>
            </a:extLst>
          </p:cNvPr>
          <p:cNvSpPr txBox="1"/>
          <p:nvPr/>
        </p:nvSpPr>
        <p:spPr>
          <a:xfrm rot="16200000">
            <a:off x="8602414" y="23124616"/>
            <a:ext cx="2936964" cy="400110"/>
          </a:xfrm>
          <a:prstGeom prst="rect">
            <a:avLst/>
          </a:prstGeom>
          <a:noFill/>
        </p:spPr>
        <p:txBody>
          <a:bodyPr wrap="square" rtlCol="0">
            <a:spAutoFit/>
          </a:bodyPr>
          <a:lstStyle/>
          <a:p>
            <a:pPr algn="ctr"/>
            <a:r>
              <a:rPr lang="en-GB" sz="2000" noProof="0">
                <a:solidFill>
                  <a:schemeClr val="tx1">
                    <a:lumMod val="90000"/>
                    <a:lumOff val="10000"/>
                  </a:schemeClr>
                </a:solidFill>
                <a:latin typeface="Bahnschrift" panose="020B0502040204020203" pitchFamily="34" charset="0"/>
              </a:rPr>
              <a:t>Proactive/Continuous</a:t>
            </a:r>
          </a:p>
        </p:txBody>
      </p:sp>
      <p:sp>
        <p:nvSpPr>
          <p:cNvPr id="31" name="TextBox 30">
            <a:extLst>
              <a:ext uri="{FF2B5EF4-FFF2-40B4-BE49-F238E27FC236}">
                <a16:creationId xmlns:a16="http://schemas.microsoft.com/office/drawing/2014/main" id="{46A5A0ED-B575-6356-27AA-E7E086CBC94F}"/>
              </a:ext>
            </a:extLst>
          </p:cNvPr>
          <p:cNvSpPr txBox="1"/>
          <p:nvPr/>
        </p:nvSpPr>
        <p:spPr>
          <a:xfrm>
            <a:off x="3215525" y="26154830"/>
            <a:ext cx="4920685" cy="400110"/>
          </a:xfrm>
          <a:prstGeom prst="rect">
            <a:avLst/>
          </a:prstGeom>
          <a:noFill/>
        </p:spPr>
        <p:txBody>
          <a:bodyPr wrap="square" rtlCol="0">
            <a:spAutoFit/>
          </a:bodyPr>
          <a:lstStyle/>
          <a:p>
            <a:pPr algn="ctr"/>
            <a:r>
              <a:rPr lang="en-GB" sz="2000" noProof="0">
                <a:solidFill>
                  <a:schemeClr val="tx1">
                    <a:lumMod val="90000"/>
                    <a:lumOff val="10000"/>
                  </a:schemeClr>
                </a:solidFill>
                <a:latin typeface="Bahnschrift" panose="020B0502040204020203" pitchFamily="34" charset="0"/>
              </a:rPr>
              <a:t>Low Scalability/Human-Dependent</a:t>
            </a:r>
          </a:p>
        </p:txBody>
      </p:sp>
      <p:pic>
        <p:nvPicPr>
          <p:cNvPr id="39" name="Picture 38">
            <a:extLst>
              <a:ext uri="{FF2B5EF4-FFF2-40B4-BE49-F238E27FC236}">
                <a16:creationId xmlns:a16="http://schemas.microsoft.com/office/drawing/2014/main" id="{FDB2F6BB-39A5-17AB-6EB8-7D9BF483363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746487" y="7692994"/>
            <a:ext cx="720000" cy="720000"/>
          </a:xfrm>
          <a:prstGeom prst="rect">
            <a:avLst/>
          </a:prstGeom>
        </p:spPr>
      </p:pic>
      <p:pic>
        <p:nvPicPr>
          <p:cNvPr id="41" name="Picture 40">
            <a:extLst>
              <a:ext uri="{FF2B5EF4-FFF2-40B4-BE49-F238E27FC236}">
                <a16:creationId xmlns:a16="http://schemas.microsoft.com/office/drawing/2014/main" id="{77213B9E-C45F-4D0B-B125-468961A3A89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7532572" y="7692994"/>
            <a:ext cx="720000" cy="720000"/>
          </a:xfrm>
          <a:prstGeom prst="rect">
            <a:avLst/>
          </a:prstGeom>
        </p:spPr>
      </p:pic>
      <p:sp>
        <p:nvSpPr>
          <p:cNvPr id="45" name="Rectangle: Rounded Corners 44">
            <a:extLst>
              <a:ext uri="{FF2B5EF4-FFF2-40B4-BE49-F238E27FC236}">
                <a16:creationId xmlns:a16="http://schemas.microsoft.com/office/drawing/2014/main" id="{B3C385C4-F853-9BDC-4699-34E55F69046E}"/>
              </a:ext>
            </a:extLst>
          </p:cNvPr>
          <p:cNvSpPr/>
          <p:nvPr/>
        </p:nvSpPr>
        <p:spPr bwMode="auto">
          <a:xfrm>
            <a:off x="11987955" y="6924378"/>
            <a:ext cx="2232249" cy="720000"/>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42" name="TextBox 41">
            <a:extLst>
              <a:ext uri="{FF2B5EF4-FFF2-40B4-BE49-F238E27FC236}">
                <a16:creationId xmlns:a16="http://schemas.microsoft.com/office/drawing/2014/main" id="{632EC292-7002-2926-B426-A4C662E92AC5}"/>
              </a:ext>
            </a:extLst>
          </p:cNvPr>
          <p:cNvSpPr txBox="1"/>
          <p:nvPr/>
        </p:nvSpPr>
        <p:spPr>
          <a:xfrm>
            <a:off x="11900937" y="6991991"/>
            <a:ext cx="2411100" cy="523220"/>
          </a:xfrm>
          <a:prstGeom prst="rect">
            <a:avLst/>
          </a:prstGeom>
          <a:noFill/>
        </p:spPr>
        <p:txBody>
          <a:bodyPr wrap="square" rtlCol="0">
            <a:spAutoFit/>
          </a:bodyPr>
          <a:lstStyle/>
          <a:p>
            <a:pPr algn="ctr"/>
            <a:r>
              <a:rPr lang="en-GB" sz="1400">
                <a:latin typeface="Bahnschrift" panose="020B0502040204020203" pitchFamily="34" charset="0"/>
              </a:rPr>
              <a:t>Data is scattered across logs, devices, and apps</a:t>
            </a:r>
            <a:endParaRPr lang="en-MY" sz="1400">
              <a:latin typeface="Bahnschrift" panose="020B0502040204020203" pitchFamily="34" charset="0"/>
            </a:endParaRPr>
          </a:p>
        </p:txBody>
      </p:sp>
      <p:sp>
        <p:nvSpPr>
          <p:cNvPr id="46" name="Rectangle: Rounded Corners 45">
            <a:extLst>
              <a:ext uri="{FF2B5EF4-FFF2-40B4-BE49-F238E27FC236}">
                <a16:creationId xmlns:a16="http://schemas.microsoft.com/office/drawing/2014/main" id="{3A777D9F-43BA-1CB1-D408-AD08DBED7A12}"/>
              </a:ext>
            </a:extLst>
          </p:cNvPr>
          <p:cNvSpPr/>
          <p:nvPr/>
        </p:nvSpPr>
        <p:spPr bwMode="auto">
          <a:xfrm>
            <a:off x="10925057" y="8508304"/>
            <a:ext cx="2143020" cy="830997"/>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43" name="TextBox 42">
            <a:extLst>
              <a:ext uri="{FF2B5EF4-FFF2-40B4-BE49-F238E27FC236}">
                <a16:creationId xmlns:a16="http://schemas.microsoft.com/office/drawing/2014/main" id="{9AA5FBB5-B16C-34F7-9621-00EC29DAC208}"/>
              </a:ext>
            </a:extLst>
          </p:cNvPr>
          <p:cNvSpPr txBox="1"/>
          <p:nvPr/>
        </p:nvSpPr>
        <p:spPr>
          <a:xfrm>
            <a:off x="10942394" y="8544862"/>
            <a:ext cx="2125682" cy="738664"/>
          </a:xfrm>
          <a:prstGeom prst="rect">
            <a:avLst/>
          </a:prstGeom>
          <a:noFill/>
        </p:spPr>
        <p:txBody>
          <a:bodyPr wrap="square" rtlCol="0">
            <a:spAutoFit/>
          </a:bodyPr>
          <a:lstStyle/>
          <a:p>
            <a:pPr algn="ctr"/>
            <a:r>
              <a:rPr lang="en-GB" sz="1400">
                <a:latin typeface="Bahnschrift" panose="020B0502040204020203" pitchFamily="34" charset="0"/>
              </a:rPr>
              <a:t>Readings lack context from meals, medication, and activity</a:t>
            </a:r>
            <a:endParaRPr lang="en-MY" sz="1400">
              <a:latin typeface="Bahnschrift" panose="020B0502040204020203" pitchFamily="34" charset="0"/>
            </a:endParaRPr>
          </a:p>
        </p:txBody>
      </p:sp>
      <p:sp>
        <p:nvSpPr>
          <p:cNvPr id="47" name="Rectangle: Rounded Corners 46">
            <a:extLst>
              <a:ext uri="{FF2B5EF4-FFF2-40B4-BE49-F238E27FC236}">
                <a16:creationId xmlns:a16="http://schemas.microsoft.com/office/drawing/2014/main" id="{09BB6F75-51A4-6CD9-2FAE-D29EA99E09DE}"/>
              </a:ext>
            </a:extLst>
          </p:cNvPr>
          <p:cNvSpPr/>
          <p:nvPr/>
        </p:nvSpPr>
        <p:spPr bwMode="auto">
          <a:xfrm>
            <a:off x="13282560" y="8498695"/>
            <a:ext cx="2143020" cy="830997"/>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44" name="TextBox 43">
            <a:extLst>
              <a:ext uri="{FF2B5EF4-FFF2-40B4-BE49-F238E27FC236}">
                <a16:creationId xmlns:a16="http://schemas.microsoft.com/office/drawing/2014/main" id="{A2050E9D-5907-0C24-C570-8EA2A9EA6B1F}"/>
              </a:ext>
            </a:extLst>
          </p:cNvPr>
          <p:cNvSpPr txBox="1"/>
          <p:nvPr/>
        </p:nvSpPr>
        <p:spPr>
          <a:xfrm>
            <a:off x="13183217" y="8546880"/>
            <a:ext cx="2341706" cy="738664"/>
          </a:xfrm>
          <a:prstGeom prst="rect">
            <a:avLst/>
          </a:prstGeom>
          <a:noFill/>
        </p:spPr>
        <p:txBody>
          <a:bodyPr wrap="square" rtlCol="0">
            <a:spAutoFit/>
          </a:bodyPr>
          <a:lstStyle/>
          <a:p>
            <a:pPr algn="ctr"/>
            <a:r>
              <a:rPr lang="en-GB" sz="1400">
                <a:latin typeface="Bahnschrift" panose="020B0502040204020203" pitchFamily="34" charset="0"/>
              </a:rPr>
              <a:t>Patients may not know when a trend needs attention</a:t>
            </a:r>
            <a:endParaRPr lang="en-MY" sz="1400">
              <a:latin typeface="Bahnschrift" panose="020B0502040204020203" pitchFamily="34" charset="0"/>
            </a:endParaRPr>
          </a:p>
        </p:txBody>
      </p:sp>
      <p:sp>
        <p:nvSpPr>
          <p:cNvPr id="51" name="Rectangle: Rounded Corners 50">
            <a:extLst>
              <a:ext uri="{FF2B5EF4-FFF2-40B4-BE49-F238E27FC236}">
                <a16:creationId xmlns:a16="http://schemas.microsoft.com/office/drawing/2014/main" id="{2CE3AE8C-F953-A51C-76A3-488EE3813898}"/>
              </a:ext>
            </a:extLst>
          </p:cNvPr>
          <p:cNvSpPr/>
          <p:nvPr/>
        </p:nvSpPr>
        <p:spPr bwMode="auto">
          <a:xfrm>
            <a:off x="16691837" y="6890985"/>
            <a:ext cx="2406286" cy="720000"/>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48" name="TextBox 47">
            <a:extLst>
              <a:ext uri="{FF2B5EF4-FFF2-40B4-BE49-F238E27FC236}">
                <a16:creationId xmlns:a16="http://schemas.microsoft.com/office/drawing/2014/main" id="{6CB455EF-BEEC-778F-920A-720D92564A44}"/>
              </a:ext>
            </a:extLst>
          </p:cNvPr>
          <p:cNvSpPr txBox="1"/>
          <p:nvPr/>
        </p:nvSpPr>
        <p:spPr>
          <a:xfrm>
            <a:off x="16687022" y="6989375"/>
            <a:ext cx="2411100" cy="523220"/>
          </a:xfrm>
          <a:prstGeom prst="rect">
            <a:avLst/>
          </a:prstGeom>
          <a:noFill/>
        </p:spPr>
        <p:txBody>
          <a:bodyPr wrap="square" rtlCol="0">
            <a:spAutoFit/>
          </a:bodyPr>
          <a:lstStyle/>
          <a:p>
            <a:pPr algn="ctr"/>
            <a:r>
              <a:rPr lang="en-GB" sz="1400">
                <a:latin typeface="Bahnschrift" panose="020B0502040204020203" pitchFamily="34" charset="0"/>
              </a:rPr>
              <a:t>Data is reviewed too late, often during appointments</a:t>
            </a:r>
            <a:endParaRPr lang="en-MY" sz="1400">
              <a:latin typeface="Bahnschrift" panose="020B0502040204020203" pitchFamily="34" charset="0"/>
            </a:endParaRPr>
          </a:p>
        </p:txBody>
      </p:sp>
      <p:sp>
        <p:nvSpPr>
          <p:cNvPr id="52" name="Rectangle: Rounded Corners 51">
            <a:extLst>
              <a:ext uri="{FF2B5EF4-FFF2-40B4-BE49-F238E27FC236}">
                <a16:creationId xmlns:a16="http://schemas.microsoft.com/office/drawing/2014/main" id="{31127B03-2F08-B0F4-2E5A-60F60669C33C}"/>
              </a:ext>
            </a:extLst>
          </p:cNvPr>
          <p:cNvSpPr/>
          <p:nvPr/>
        </p:nvSpPr>
        <p:spPr bwMode="auto">
          <a:xfrm>
            <a:off x="15876388" y="8516089"/>
            <a:ext cx="1935547" cy="765890"/>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49" name="TextBox 48">
            <a:extLst>
              <a:ext uri="{FF2B5EF4-FFF2-40B4-BE49-F238E27FC236}">
                <a16:creationId xmlns:a16="http://schemas.microsoft.com/office/drawing/2014/main" id="{12DFABB4-174E-6B71-892D-F0259535BCE4}"/>
              </a:ext>
            </a:extLst>
          </p:cNvPr>
          <p:cNvSpPr txBox="1"/>
          <p:nvPr/>
        </p:nvSpPr>
        <p:spPr>
          <a:xfrm>
            <a:off x="15920967" y="8546487"/>
            <a:ext cx="1890968" cy="738664"/>
          </a:xfrm>
          <a:prstGeom prst="rect">
            <a:avLst/>
          </a:prstGeom>
          <a:noFill/>
        </p:spPr>
        <p:txBody>
          <a:bodyPr wrap="square" rtlCol="0">
            <a:spAutoFit/>
          </a:bodyPr>
          <a:lstStyle/>
          <a:p>
            <a:pPr algn="ctr"/>
            <a:r>
              <a:rPr lang="en-GB" sz="1400">
                <a:latin typeface="Bahnschrift" panose="020B0502040204020203" pitchFamily="34" charset="0"/>
              </a:rPr>
              <a:t>Warning signs can be hidden in long-term records</a:t>
            </a:r>
            <a:endParaRPr lang="en-MY" sz="1400">
              <a:latin typeface="Bahnschrift" panose="020B0502040204020203" pitchFamily="34" charset="0"/>
            </a:endParaRPr>
          </a:p>
        </p:txBody>
      </p:sp>
      <p:sp>
        <p:nvSpPr>
          <p:cNvPr id="53" name="Rectangle: Rounded Corners 52">
            <a:extLst>
              <a:ext uri="{FF2B5EF4-FFF2-40B4-BE49-F238E27FC236}">
                <a16:creationId xmlns:a16="http://schemas.microsoft.com/office/drawing/2014/main" id="{77233039-C3FF-C30A-1B18-1E586B2E18A6}"/>
              </a:ext>
            </a:extLst>
          </p:cNvPr>
          <p:cNvSpPr/>
          <p:nvPr/>
        </p:nvSpPr>
        <p:spPr bwMode="auto">
          <a:xfrm>
            <a:off x="17944047" y="8514409"/>
            <a:ext cx="2342570" cy="765890"/>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50" name="TextBox 49">
            <a:extLst>
              <a:ext uri="{FF2B5EF4-FFF2-40B4-BE49-F238E27FC236}">
                <a16:creationId xmlns:a16="http://schemas.microsoft.com/office/drawing/2014/main" id="{574A3783-745A-FA3F-F810-E2489CB9EFCD}"/>
              </a:ext>
            </a:extLst>
          </p:cNvPr>
          <p:cNvSpPr txBox="1"/>
          <p:nvPr/>
        </p:nvSpPr>
        <p:spPr>
          <a:xfrm>
            <a:off x="17892572" y="8543315"/>
            <a:ext cx="2411100" cy="738664"/>
          </a:xfrm>
          <a:prstGeom prst="rect">
            <a:avLst/>
          </a:prstGeom>
          <a:noFill/>
        </p:spPr>
        <p:txBody>
          <a:bodyPr wrap="square" rtlCol="0">
            <a:spAutoFit/>
          </a:bodyPr>
          <a:lstStyle/>
          <a:p>
            <a:pPr algn="ctr"/>
            <a:r>
              <a:rPr lang="en-GB" sz="1400">
                <a:latin typeface="Bahnschrift" panose="020B0502040204020203" pitchFamily="34" charset="0"/>
              </a:rPr>
              <a:t>Care teams need a faster way to identify high-risk patients</a:t>
            </a:r>
            <a:endParaRPr lang="en-MY" sz="1400">
              <a:latin typeface="Bahnschrift" panose="020B0502040204020203" pitchFamily="34" charset="0"/>
            </a:endParaRPr>
          </a:p>
        </p:txBody>
      </p:sp>
      <p:sp>
        <p:nvSpPr>
          <p:cNvPr id="54" name="Rectangle: Rounded Corners 53">
            <a:extLst>
              <a:ext uri="{FF2B5EF4-FFF2-40B4-BE49-F238E27FC236}">
                <a16:creationId xmlns:a16="http://schemas.microsoft.com/office/drawing/2014/main" id="{43F92BCD-86C6-6083-14E6-BA0937844C48}"/>
              </a:ext>
            </a:extLst>
          </p:cNvPr>
          <p:cNvSpPr/>
          <p:nvPr/>
        </p:nvSpPr>
        <p:spPr bwMode="auto">
          <a:xfrm>
            <a:off x="11051852" y="21255780"/>
            <a:ext cx="2827038" cy="1287275"/>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6200000" scaled="1"/>
            <a:tileRect/>
          </a:gra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2949575" rtl="0" eaLnBrk="1" fontAlgn="base" latinLnBrk="0" hangingPunct="1">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Bahnschrift" panose="020B0502040204020203" pitchFamily="34" charset="0"/>
            </a:endParaRPr>
          </a:p>
          <a:p>
            <a:pPr marL="0" marR="0" indent="0" algn="ctr" defTabSz="2949575" rtl="0" eaLnBrk="1" fontAlgn="base" latinLnBrk="0" hangingPunct="1">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Bahnschrift" panose="020B0502040204020203" pitchFamily="34" charset="0"/>
            </a:endParaRPr>
          </a:p>
        </p:txBody>
      </p:sp>
      <p:sp>
        <p:nvSpPr>
          <p:cNvPr id="55" name="Rectangle: Rounded Corners 54">
            <a:extLst>
              <a:ext uri="{FF2B5EF4-FFF2-40B4-BE49-F238E27FC236}">
                <a16:creationId xmlns:a16="http://schemas.microsoft.com/office/drawing/2014/main" id="{41F28864-71B0-65D2-7B63-B3F7F62B397E}"/>
              </a:ext>
            </a:extLst>
          </p:cNvPr>
          <p:cNvSpPr/>
          <p:nvPr/>
        </p:nvSpPr>
        <p:spPr bwMode="auto">
          <a:xfrm>
            <a:off x="14257261" y="21255780"/>
            <a:ext cx="2827038" cy="1287275"/>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6200000" scaled="1"/>
            <a:tileRect/>
          </a:gra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56" name="Rectangle: Rounded Corners 55">
            <a:extLst>
              <a:ext uri="{FF2B5EF4-FFF2-40B4-BE49-F238E27FC236}">
                <a16:creationId xmlns:a16="http://schemas.microsoft.com/office/drawing/2014/main" id="{FBAD5F65-25C7-BB6A-53D7-49B19F1A0C69}"/>
              </a:ext>
            </a:extLst>
          </p:cNvPr>
          <p:cNvSpPr/>
          <p:nvPr/>
        </p:nvSpPr>
        <p:spPr bwMode="auto">
          <a:xfrm>
            <a:off x="17565258" y="21255781"/>
            <a:ext cx="2827038" cy="1287274"/>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16200000" scaled="1"/>
            <a:tileRect/>
          </a:gra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57" name="TextBox 56">
            <a:extLst>
              <a:ext uri="{FF2B5EF4-FFF2-40B4-BE49-F238E27FC236}">
                <a16:creationId xmlns:a16="http://schemas.microsoft.com/office/drawing/2014/main" id="{21990901-60DA-BA13-FEE9-DB9407AE0769}"/>
              </a:ext>
            </a:extLst>
          </p:cNvPr>
          <p:cNvSpPr txBox="1"/>
          <p:nvPr/>
        </p:nvSpPr>
        <p:spPr>
          <a:xfrm>
            <a:off x="11471885" y="22111112"/>
            <a:ext cx="1838965" cy="369332"/>
          </a:xfrm>
          <a:prstGeom prst="rect">
            <a:avLst/>
          </a:prstGeom>
          <a:noFill/>
        </p:spPr>
        <p:txBody>
          <a:bodyPr wrap="square" rtlCol="0">
            <a:spAutoFit/>
          </a:bodyPr>
          <a:lstStyle/>
          <a:p>
            <a:r>
              <a:rPr lang="en-MY" sz="1800">
                <a:latin typeface="Bahnschrift" panose="020B0502040204020203" pitchFamily="34" charset="0"/>
              </a:rPr>
              <a:t>Unified Tracking</a:t>
            </a:r>
          </a:p>
        </p:txBody>
      </p:sp>
      <p:sp>
        <p:nvSpPr>
          <p:cNvPr id="58" name="TextBox 57">
            <a:extLst>
              <a:ext uri="{FF2B5EF4-FFF2-40B4-BE49-F238E27FC236}">
                <a16:creationId xmlns:a16="http://schemas.microsoft.com/office/drawing/2014/main" id="{241731E8-25B2-C55A-46A9-F17ADB9B717B}"/>
              </a:ext>
            </a:extLst>
          </p:cNvPr>
          <p:cNvSpPr txBox="1"/>
          <p:nvPr/>
        </p:nvSpPr>
        <p:spPr>
          <a:xfrm>
            <a:off x="14502830" y="22115133"/>
            <a:ext cx="2438488" cy="369332"/>
          </a:xfrm>
          <a:prstGeom prst="rect">
            <a:avLst/>
          </a:prstGeom>
          <a:noFill/>
        </p:spPr>
        <p:txBody>
          <a:bodyPr wrap="square" rtlCol="0">
            <a:spAutoFit/>
          </a:bodyPr>
          <a:lstStyle/>
          <a:p>
            <a:r>
              <a:rPr lang="en-MY" sz="1800">
                <a:latin typeface="Bahnschrift" panose="020B0502040204020203" pitchFamily="34" charset="0"/>
              </a:rPr>
              <a:t>Earlier Warning Signs</a:t>
            </a:r>
          </a:p>
        </p:txBody>
      </p:sp>
      <p:sp>
        <p:nvSpPr>
          <p:cNvPr id="59" name="TextBox 58">
            <a:extLst>
              <a:ext uri="{FF2B5EF4-FFF2-40B4-BE49-F238E27FC236}">
                <a16:creationId xmlns:a16="http://schemas.microsoft.com/office/drawing/2014/main" id="{1C7725EA-C919-FD56-25FD-C742B0201790}"/>
              </a:ext>
            </a:extLst>
          </p:cNvPr>
          <p:cNvSpPr txBox="1"/>
          <p:nvPr/>
        </p:nvSpPr>
        <p:spPr>
          <a:xfrm>
            <a:off x="17777688" y="22111112"/>
            <a:ext cx="2441694" cy="369332"/>
          </a:xfrm>
          <a:prstGeom prst="rect">
            <a:avLst/>
          </a:prstGeom>
          <a:noFill/>
        </p:spPr>
        <p:txBody>
          <a:bodyPr wrap="square" rtlCol="0">
            <a:spAutoFit/>
          </a:bodyPr>
          <a:lstStyle/>
          <a:p>
            <a:r>
              <a:rPr lang="en-MY" sz="1800">
                <a:latin typeface="Bahnschrift" panose="020B0502040204020203" pitchFamily="34" charset="0"/>
              </a:rPr>
              <a:t>Smarter Prioritisation</a:t>
            </a:r>
          </a:p>
        </p:txBody>
      </p:sp>
      <p:sp>
        <p:nvSpPr>
          <p:cNvPr id="2062" name="Arrow: Right 2061">
            <a:extLst>
              <a:ext uri="{FF2B5EF4-FFF2-40B4-BE49-F238E27FC236}">
                <a16:creationId xmlns:a16="http://schemas.microsoft.com/office/drawing/2014/main" id="{88416765-D680-4A61-BEC8-52E590DDB241}"/>
              </a:ext>
            </a:extLst>
          </p:cNvPr>
          <p:cNvSpPr/>
          <p:nvPr/>
        </p:nvSpPr>
        <p:spPr bwMode="auto">
          <a:xfrm>
            <a:off x="11825156" y="23865489"/>
            <a:ext cx="1041745" cy="253908"/>
          </a:xfrm>
          <a:prstGeom prst="rightArrow">
            <a:avLst>
              <a:gd name="adj1" fmla="val 50000"/>
              <a:gd name="adj2" fmla="val 0"/>
            </a:avLst>
          </a:prstGeom>
          <a:solidFill>
            <a:srgbClr val="7030A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solidFill>
                <a:schemeClr val="tx1"/>
              </a:solidFill>
              <a:effectLst/>
              <a:latin typeface="Arial" charset="0"/>
            </a:endParaRPr>
          </a:p>
        </p:txBody>
      </p:sp>
      <p:sp>
        <p:nvSpPr>
          <p:cNvPr id="2063" name="Arrow: Right 2062">
            <a:extLst>
              <a:ext uri="{FF2B5EF4-FFF2-40B4-BE49-F238E27FC236}">
                <a16:creationId xmlns:a16="http://schemas.microsoft.com/office/drawing/2014/main" id="{40D8A0ED-1769-755E-DEF6-20E3837D927D}"/>
              </a:ext>
            </a:extLst>
          </p:cNvPr>
          <p:cNvSpPr/>
          <p:nvPr/>
        </p:nvSpPr>
        <p:spPr bwMode="auto">
          <a:xfrm>
            <a:off x="13511951" y="23865489"/>
            <a:ext cx="2619758" cy="253908"/>
          </a:xfrm>
          <a:prstGeom prst="rightArrow">
            <a:avLst>
              <a:gd name="adj1" fmla="val 50000"/>
              <a:gd name="adj2" fmla="val 0"/>
            </a:avLst>
          </a:prstGeom>
          <a:solidFill>
            <a:srgbClr val="7030A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solidFill>
                <a:schemeClr val="tx1"/>
              </a:solidFill>
              <a:effectLst/>
              <a:latin typeface="Arial" charset="0"/>
            </a:endParaRPr>
          </a:p>
        </p:txBody>
      </p:sp>
      <p:sp>
        <p:nvSpPr>
          <p:cNvPr id="2064" name="Arrow: U-Turn 2063">
            <a:extLst>
              <a:ext uri="{FF2B5EF4-FFF2-40B4-BE49-F238E27FC236}">
                <a16:creationId xmlns:a16="http://schemas.microsoft.com/office/drawing/2014/main" id="{146C23DF-1FE4-78FE-BBE1-37916FD5A518}"/>
              </a:ext>
            </a:extLst>
          </p:cNvPr>
          <p:cNvSpPr/>
          <p:nvPr/>
        </p:nvSpPr>
        <p:spPr bwMode="auto">
          <a:xfrm rot="5400000">
            <a:off x="17258109" y="23485927"/>
            <a:ext cx="2427393" cy="3310523"/>
          </a:xfrm>
          <a:prstGeom prst="uturnArrow">
            <a:avLst>
              <a:gd name="adj1" fmla="val 5991"/>
              <a:gd name="adj2" fmla="val 24586"/>
              <a:gd name="adj3" fmla="val 0"/>
              <a:gd name="adj4" fmla="val 39896"/>
              <a:gd name="adj5" fmla="val 44464"/>
            </a:avLst>
          </a:prstGeom>
          <a:solidFill>
            <a:srgbClr val="7030A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2065" name="Arrow: Right 2064">
            <a:extLst>
              <a:ext uri="{FF2B5EF4-FFF2-40B4-BE49-F238E27FC236}">
                <a16:creationId xmlns:a16="http://schemas.microsoft.com/office/drawing/2014/main" id="{084EE678-95D3-B5C0-E651-C982F91F7C53}"/>
              </a:ext>
            </a:extLst>
          </p:cNvPr>
          <p:cNvSpPr/>
          <p:nvPr/>
        </p:nvSpPr>
        <p:spPr bwMode="auto">
          <a:xfrm>
            <a:off x="14991581" y="25620705"/>
            <a:ext cx="2987072" cy="253908"/>
          </a:xfrm>
          <a:prstGeom prst="rightArrow">
            <a:avLst>
              <a:gd name="adj1" fmla="val 50000"/>
              <a:gd name="adj2" fmla="val 0"/>
            </a:avLst>
          </a:prstGeom>
          <a:solidFill>
            <a:srgbClr val="7030A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solidFill>
                <a:schemeClr val="tx1"/>
              </a:solidFill>
              <a:effectLst/>
              <a:latin typeface="Arial" charset="0"/>
            </a:endParaRPr>
          </a:p>
        </p:txBody>
      </p:sp>
      <p:sp>
        <p:nvSpPr>
          <p:cNvPr id="2066" name="Arrow: Right 2065">
            <a:extLst>
              <a:ext uri="{FF2B5EF4-FFF2-40B4-BE49-F238E27FC236}">
                <a16:creationId xmlns:a16="http://schemas.microsoft.com/office/drawing/2014/main" id="{6A5D4E14-3727-BA35-4232-2820A47116C9}"/>
              </a:ext>
            </a:extLst>
          </p:cNvPr>
          <p:cNvSpPr/>
          <p:nvPr/>
        </p:nvSpPr>
        <p:spPr bwMode="auto">
          <a:xfrm rot="10800000">
            <a:off x="11838941" y="25612253"/>
            <a:ext cx="2571936" cy="253908"/>
          </a:xfrm>
          <a:prstGeom prst="rightArrow">
            <a:avLst>
              <a:gd name="adj1" fmla="val 50000"/>
              <a:gd name="adj2" fmla="val 75321"/>
            </a:avLst>
          </a:prstGeom>
          <a:solidFill>
            <a:srgbClr val="7030A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solidFill>
                <a:schemeClr val="tx1"/>
              </a:solidFill>
              <a:effectLst/>
              <a:latin typeface="Arial" charset="0"/>
            </a:endParaRPr>
          </a:p>
        </p:txBody>
      </p:sp>
      <p:sp>
        <p:nvSpPr>
          <p:cNvPr id="2071" name="TextBox 2070">
            <a:extLst>
              <a:ext uri="{FF2B5EF4-FFF2-40B4-BE49-F238E27FC236}">
                <a16:creationId xmlns:a16="http://schemas.microsoft.com/office/drawing/2014/main" id="{6EEC7818-814C-9615-1416-E9957149D569}"/>
              </a:ext>
            </a:extLst>
          </p:cNvPr>
          <p:cNvSpPr txBox="1"/>
          <p:nvPr/>
        </p:nvSpPr>
        <p:spPr>
          <a:xfrm>
            <a:off x="12173164" y="24282622"/>
            <a:ext cx="2020105" cy="369332"/>
          </a:xfrm>
          <a:prstGeom prst="rect">
            <a:avLst/>
          </a:prstGeom>
          <a:noFill/>
        </p:spPr>
        <p:txBody>
          <a:bodyPr wrap="none" rtlCol="0">
            <a:spAutoFit/>
          </a:bodyPr>
          <a:lstStyle/>
          <a:p>
            <a:r>
              <a:rPr lang="en-MY" sz="1800">
                <a:latin typeface="Bahnschrift" panose="020B0502040204020203" pitchFamily="34" charset="0"/>
              </a:rPr>
              <a:t>Clinical Validation</a:t>
            </a:r>
          </a:p>
        </p:txBody>
      </p:sp>
      <p:sp>
        <p:nvSpPr>
          <p:cNvPr id="2072" name="TextBox 2071">
            <a:extLst>
              <a:ext uri="{FF2B5EF4-FFF2-40B4-BE49-F238E27FC236}">
                <a16:creationId xmlns:a16="http://schemas.microsoft.com/office/drawing/2014/main" id="{8CB2DFE5-822E-E878-3095-A5B8CE2D73D0}"/>
              </a:ext>
            </a:extLst>
          </p:cNvPr>
          <p:cNvSpPr txBox="1"/>
          <p:nvPr/>
        </p:nvSpPr>
        <p:spPr>
          <a:xfrm>
            <a:off x="14859407" y="24282622"/>
            <a:ext cx="3299301" cy="369332"/>
          </a:xfrm>
          <a:prstGeom prst="rect">
            <a:avLst/>
          </a:prstGeom>
          <a:noFill/>
        </p:spPr>
        <p:txBody>
          <a:bodyPr wrap="none" rtlCol="0">
            <a:spAutoFit/>
          </a:bodyPr>
          <a:lstStyle/>
          <a:p>
            <a:r>
              <a:rPr lang="en-MY" sz="1800">
                <a:latin typeface="Bahnschrift" panose="020B0502040204020203" pitchFamily="34" charset="0"/>
              </a:rPr>
              <a:t>Wearable &amp; Device Integration</a:t>
            </a:r>
          </a:p>
        </p:txBody>
      </p:sp>
      <p:sp>
        <p:nvSpPr>
          <p:cNvPr id="9" name="TextBox 8">
            <a:extLst>
              <a:ext uri="{FF2B5EF4-FFF2-40B4-BE49-F238E27FC236}">
                <a16:creationId xmlns:a16="http://schemas.microsoft.com/office/drawing/2014/main" id="{B35D15BE-99D1-3339-FDC8-DBB6A678C41F}"/>
              </a:ext>
            </a:extLst>
          </p:cNvPr>
          <p:cNvSpPr txBox="1"/>
          <p:nvPr/>
        </p:nvSpPr>
        <p:spPr>
          <a:xfrm>
            <a:off x="17222601" y="26063289"/>
            <a:ext cx="2180405" cy="369332"/>
          </a:xfrm>
          <a:prstGeom prst="rect">
            <a:avLst/>
          </a:prstGeom>
          <a:noFill/>
        </p:spPr>
        <p:txBody>
          <a:bodyPr wrap="none" rtlCol="0">
            <a:spAutoFit/>
          </a:bodyPr>
          <a:lstStyle/>
          <a:p>
            <a:r>
              <a:rPr lang="en-MY" sz="1800">
                <a:latin typeface="Bahnschrift" panose="020B0502040204020203" pitchFamily="34" charset="0"/>
              </a:rPr>
              <a:t>Enhanced AI Safety</a:t>
            </a:r>
          </a:p>
        </p:txBody>
      </p:sp>
      <p:sp>
        <p:nvSpPr>
          <p:cNvPr id="17" name="TextBox 16">
            <a:extLst>
              <a:ext uri="{FF2B5EF4-FFF2-40B4-BE49-F238E27FC236}">
                <a16:creationId xmlns:a16="http://schemas.microsoft.com/office/drawing/2014/main" id="{490E3AB2-917F-56FA-550F-0D050D19C2F9}"/>
              </a:ext>
            </a:extLst>
          </p:cNvPr>
          <p:cNvSpPr txBox="1"/>
          <p:nvPr/>
        </p:nvSpPr>
        <p:spPr>
          <a:xfrm>
            <a:off x="13024854" y="26061039"/>
            <a:ext cx="3310522" cy="369332"/>
          </a:xfrm>
          <a:prstGeom prst="rect">
            <a:avLst/>
          </a:prstGeom>
          <a:noFill/>
        </p:spPr>
        <p:txBody>
          <a:bodyPr wrap="none" rtlCol="0">
            <a:spAutoFit/>
          </a:bodyPr>
          <a:lstStyle/>
          <a:p>
            <a:r>
              <a:rPr lang="en-MY" sz="1800">
                <a:latin typeface="Bahnschrift" panose="020B0502040204020203" pitchFamily="34" charset="0"/>
              </a:rPr>
              <a:t>Advanced Clinician Dashboard</a:t>
            </a:r>
          </a:p>
        </p:txBody>
      </p:sp>
      <p:sp>
        <p:nvSpPr>
          <p:cNvPr id="19" name="TextBox 18">
            <a:extLst>
              <a:ext uri="{FF2B5EF4-FFF2-40B4-BE49-F238E27FC236}">
                <a16:creationId xmlns:a16="http://schemas.microsoft.com/office/drawing/2014/main" id="{A169660F-6DCA-9DED-BB47-D34492787E47}"/>
              </a:ext>
            </a:extLst>
          </p:cNvPr>
          <p:cNvSpPr txBox="1"/>
          <p:nvPr/>
        </p:nvSpPr>
        <p:spPr>
          <a:xfrm>
            <a:off x="7476013" y="19669583"/>
            <a:ext cx="816883" cy="400110"/>
          </a:xfrm>
          <a:prstGeom prst="rect">
            <a:avLst/>
          </a:prstGeom>
          <a:noFill/>
        </p:spPr>
        <p:txBody>
          <a:bodyPr wrap="square" rtlCol="0">
            <a:spAutoFit/>
          </a:bodyPr>
          <a:lstStyle/>
          <a:p>
            <a:pPr algn="ctr"/>
            <a:r>
              <a:rPr lang="en-MY" sz="2000">
                <a:solidFill>
                  <a:schemeClr val="tx1">
                    <a:lumMod val="50000"/>
                    <a:lumOff val="50000"/>
                  </a:schemeClr>
                </a:solidFill>
                <a:latin typeface="Funnel Display" pitchFamily="2" charset="0"/>
              </a:rPr>
              <a:t>[2][4]</a:t>
            </a:r>
          </a:p>
        </p:txBody>
      </p:sp>
      <p:sp>
        <p:nvSpPr>
          <p:cNvPr id="23" name="TextBox 22">
            <a:extLst>
              <a:ext uri="{FF2B5EF4-FFF2-40B4-BE49-F238E27FC236}">
                <a16:creationId xmlns:a16="http://schemas.microsoft.com/office/drawing/2014/main" id="{D2453807-BFEA-6E27-36C0-D2B1EEA8E7BA}"/>
              </a:ext>
            </a:extLst>
          </p:cNvPr>
          <p:cNvSpPr txBox="1"/>
          <p:nvPr/>
        </p:nvSpPr>
        <p:spPr>
          <a:xfrm>
            <a:off x="17775347" y="4782139"/>
            <a:ext cx="816883" cy="400110"/>
          </a:xfrm>
          <a:prstGeom prst="rect">
            <a:avLst/>
          </a:prstGeom>
          <a:noFill/>
        </p:spPr>
        <p:txBody>
          <a:bodyPr wrap="square" rtlCol="0">
            <a:spAutoFit/>
          </a:bodyPr>
          <a:lstStyle/>
          <a:p>
            <a:pPr algn="ctr"/>
            <a:r>
              <a:rPr lang="en-MY" sz="2000">
                <a:solidFill>
                  <a:schemeClr val="tx1">
                    <a:lumMod val="50000"/>
                    <a:lumOff val="50000"/>
                  </a:schemeClr>
                </a:solidFill>
                <a:latin typeface="Funnel Display" pitchFamily="2" charset="0"/>
              </a:rPr>
              <a:t>[1][3]</a:t>
            </a:r>
          </a:p>
        </p:txBody>
      </p:sp>
      <p:sp>
        <p:nvSpPr>
          <p:cNvPr id="35" name="TextBox 34">
            <a:extLst>
              <a:ext uri="{FF2B5EF4-FFF2-40B4-BE49-F238E27FC236}">
                <a16:creationId xmlns:a16="http://schemas.microsoft.com/office/drawing/2014/main" id="{0478D12D-07AF-3BBA-86AA-2363099E80BF}"/>
              </a:ext>
            </a:extLst>
          </p:cNvPr>
          <p:cNvSpPr txBox="1"/>
          <p:nvPr/>
        </p:nvSpPr>
        <p:spPr>
          <a:xfrm>
            <a:off x="1017597" y="28077285"/>
            <a:ext cx="19307499" cy="2031325"/>
          </a:xfrm>
          <a:prstGeom prst="rect">
            <a:avLst/>
          </a:prstGeom>
          <a:noFill/>
        </p:spPr>
        <p:txBody>
          <a:bodyPr wrap="square" numCol="2" rtlCol="0">
            <a:spAutoFit/>
          </a:bodyPr>
          <a:lstStyle/>
          <a:p>
            <a:r>
              <a:rPr lang="en-GB" sz="1400" noProof="0">
                <a:solidFill>
                  <a:schemeClr val="tx1">
                    <a:lumMod val="90000"/>
                    <a:lumOff val="10000"/>
                  </a:schemeClr>
                </a:solidFill>
                <a:latin typeface="Bahnschrift" panose="020B0502040204020203" pitchFamily="34" charset="0"/>
              </a:rPr>
              <a:t>[1] A. S. Ramli and Y. S. Taher, "Managing Chronic Diseases in the Malaysian Primary Health Care – A Need for Change," </a:t>
            </a:r>
            <a:r>
              <a:rPr lang="en-GB" sz="1400" i="1" noProof="0">
                <a:solidFill>
                  <a:schemeClr val="tx1">
                    <a:lumMod val="90000"/>
                    <a:lumOff val="10000"/>
                  </a:schemeClr>
                </a:solidFill>
                <a:latin typeface="Bahnschrift" panose="020B0502040204020203" pitchFamily="34" charset="0"/>
              </a:rPr>
              <a:t>Malaysian Family Physician</a:t>
            </a:r>
            <a:r>
              <a:rPr lang="en-GB" sz="1400" noProof="0">
                <a:solidFill>
                  <a:schemeClr val="tx1">
                    <a:lumMod val="90000"/>
                    <a:lumOff val="10000"/>
                  </a:schemeClr>
                </a:solidFill>
                <a:latin typeface="Bahnschrift" panose="020B0502040204020203" pitchFamily="34" charset="0"/>
              </a:rPr>
              <a:t>, vol. 3, no. 1, pp. 6–13, 2008.</a:t>
            </a:r>
          </a:p>
          <a:p>
            <a:r>
              <a:rPr lang="en-GB" sz="1400" noProof="0">
                <a:solidFill>
                  <a:schemeClr val="tx1">
                    <a:lumMod val="90000"/>
                    <a:lumOff val="10000"/>
                  </a:schemeClr>
                </a:solidFill>
                <a:latin typeface="Bahnschrift" panose="020B0502040204020203" pitchFamily="34" charset="0"/>
              </a:rPr>
              <a:t>[2] Grand View Research, "Asia Pacific Digital Health Market Size, Share &amp; Trends Analysis Report By Technology (Tele-healthcare, mHealth), By Component (Software, Hardware, Services), By Region, And Segment Forecasts, 2025 - 2033," 2024.</a:t>
            </a:r>
          </a:p>
          <a:p>
            <a:endParaRPr lang="en-GB" sz="1400">
              <a:solidFill>
                <a:schemeClr val="tx1">
                  <a:lumMod val="90000"/>
                  <a:lumOff val="10000"/>
                </a:schemeClr>
              </a:solidFill>
              <a:latin typeface="Bahnschrift" panose="020B0502040204020203" pitchFamily="34" charset="0"/>
            </a:endParaRPr>
          </a:p>
          <a:p>
            <a:endParaRPr lang="en-GB" sz="1400" noProof="0">
              <a:solidFill>
                <a:schemeClr val="tx1">
                  <a:lumMod val="90000"/>
                  <a:lumOff val="10000"/>
                </a:schemeClr>
              </a:solidFill>
              <a:latin typeface="Bahnschrift" panose="020B0502040204020203" pitchFamily="34" charset="0"/>
            </a:endParaRPr>
          </a:p>
          <a:p>
            <a:endParaRPr lang="en-GB" sz="1400">
              <a:solidFill>
                <a:schemeClr val="tx1">
                  <a:lumMod val="90000"/>
                  <a:lumOff val="10000"/>
                </a:schemeClr>
              </a:solidFill>
              <a:latin typeface="Bahnschrift" panose="020B0502040204020203" pitchFamily="34" charset="0"/>
            </a:endParaRPr>
          </a:p>
          <a:p>
            <a:endParaRPr lang="en-GB" sz="1400" noProof="0">
              <a:solidFill>
                <a:schemeClr val="tx1">
                  <a:lumMod val="90000"/>
                  <a:lumOff val="10000"/>
                </a:schemeClr>
              </a:solidFill>
              <a:latin typeface="Bahnschrift" panose="020B0502040204020203" pitchFamily="34" charset="0"/>
            </a:endParaRPr>
          </a:p>
          <a:p>
            <a:r>
              <a:rPr lang="en-GB" sz="1400" noProof="0">
                <a:solidFill>
                  <a:schemeClr val="tx1">
                    <a:lumMod val="90000"/>
                    <a:lumOff val="10000"/>
                  </a:schemeClr>
                </a:solidFill>
                <a:latin typeface="Bahnschrift" panose="020B0502040204020203" pitchFamily="34" charset="0"/>
              </a:rPr>
              <a:t>[3] </a:t>
            </a:r>
            <a:r>
              <a:rPr lang="en-GB" sz="1400" noProof="0" err="1">
                <a:solidFill>
                  <a:schemeClr val="tx1">
                    <a:lumMod val="90000"/>
                    <a:lumOff val="10000"/>
                  </a:schemeClr>
                </a:solidFill>
                <a:latin typeface="Bahnschrift" panose="020B0502040204020203" pitchFamily="34" charset="0"/>
              </a:rPr>
              <a:t>CodeBlue</a:t>
            </a:r>
            <a:r>
              <a:rPr lang="en-GB" sz="1400" noProof="0">
                <a:solidFill>
                  <a:schemeClr val="tx1">
                    <a:lumMod val="90000"/>
                    <a:lumOff val="10000"/>
                  </a:schemeClr>
                </a:solidFill>
                <a:latin typeface="Bahnschrift" panose="020B0502040204020203" pitchFamily="34" charset="0"/>
              </a:rPr>
              <a:t>, "Over Two Million Adults In Malaysia Live With Three NCDs: NHMS 2023," May 28, 2024. [Online]. Available: https://codeblue.galencentre.org/2024/05/over-two-million-adults-in-malaysia-live-with-three-ncds-nhms-2023/</a:t>
            </a:r>
          </a:p>
          <a:p>
            <a:r>
              <a:rPr lang="en-GB" sz="1400" noProof="0">
                <a:solidFill>
                  <a:schemeClr val="tx1">
                    <a:lumMod val="90000"/>
                    <a:lumOff val="10000"/>
                  </a:schemeClr>
                </a:solidFill>
                <a:latin typeface="Bahnschrift" panose="020B0502040204020203" pitchFamily="34" charset="0"/>
              </a:rPr>
              <a:t>[4] PwC Malaysia, "Healthcare in a Digital Economy: Reimagining the future of HealthTech in Malaysia," 2021.</a:t>
            </a:r>
          </a:p>
        </p:txBody>
      </p:sp>
      <p:sp>
        <p:nvSpPr>
          <p:cNvPr id="36" name="TextBox 35">
            <a:extLst>
              <a:ext uri="{FF2B5EF4-FFF2-40B4-BE49-F238E27FC236}">
                <a16:creationId xmlns:a16="http://schemas.microsoft.com/office/drawing/2014/main" id="{4B6FB5F2-3A10-533F-D926-7E0BC37E2F08}"/>
              </a:ext>
            </a:extLst>
          </p:cNvPr>
          <p:cNvSpPr txBox="1"/>
          <p:nvPr/>
        </p:nvSpPr>
        <p:spPr>
          <a:xfrm>
            <a:off x="12029157" y="24609073"/>
            <a:ext cx="2263404" cy="900246"/>
          </a:xfrm>
          <a:prstGeom prst="rect">
            <a:avLst/>
          </a:prstGeom>
          <a:noFill/>
        </p:spPr>
        <p:txBody>
          <a:bodyPr wrap="square" rtlCol="0">
            <a:spAutoFit/>
          </a:bodyPr>
          <a:lstStyle/>
          <a:p>
            <a:pPr algn="ctr"/>
            <a:r>
              <a:rPr lang="en-GB" sz="1050">
                <a:latin typeface="Bahnschrift" panose="020B0502040204020203" pitchFamily="34" charset="0"/>
              </a:rPr>
              <a:t>Test FLORENCE with healthcare professionals and representative patient scenarios to evaluate usability, accuracy, and clinical relevance.</a:t>
            </a:r>
            <a:endParaRPr lang="en-MY" sz="1050">
              <a:latin typeface="Bahnschrift" panose="020B0502040204020203" pitchFamily="34" charset="0"/>
            </a:endParaRPr>
          </a:p>
        </p:txBody>
      </p:sp>
      <p:sp>
        <p:nvSpPr>
          <p:cNvPr id="37" name="TextBox 36">
            <a:extLst>
              <a:ext uri="{FF2B5EF4-FFF2-40B4-BE49-F238E27FC236}">
                <a16:creationId xmlns:a16="http://schemas.microsoft.com/office/drawing/2014/main" id="{3E138ED2-BA7F-7883-60B1-D3B2D4A0691D}"/>
              </a:ext>
            </a:extLst>
          </p:cNvPr>
          <p:cNvSpPr txBox="1"/>
          <p:nvPr/>
        </p:nvSpPr>
        <p:spPr>
          <a:xfrm>
            <a:off x="15340575" y="24626774"/>
            <a:ext cx="2263404" cy="738664"/>
          </a:xfrm>
          <a:prstGeom prst="rect">
            <a:avLst/>
          </a:prstGeom>
          <a:noFill/>
        </p:spPr>
        <p:txBody>
          <a:bodyPr wrap="square" rtlCol="0">
            <a:spAutoFit/>
          </a:bodyPr>
          <a:lstStyle/>
          <a:p>
            <a:pPr algn="ctr"/>
            <a:r>
              <a:rPr lang="en-GB" sz="1050">
                <a:latin typeface="Bahnschrift" panose="020B0502040204020203" pitchFamily="34" charset="0"/>
              </a:rPr>
              <a:t>Connect with glucose monitors, smartwatches, and other health devices to reduce manual logging and improve data consistency.</a:t>
            </a:r>
            <a:endParaRPr lang="en-MY" sz="1050">
              <a:latin typeface="Bahnschrift" panose="020B0502040204020203" pitchFamily="34" charset="0"/>
            </a:endParaRPr>
          </a:p>
        </p:txBody>
      </p:sp>
      <p:sp>
        <p:nvSpPr>
          <p:cNvPr id="38" name="TextBox 37">
            <a:extLst>
              <a:ext uri="{FF2B5EF4-FFF2-40B4-BE49-F238E27FC236}">
                <a16:creationId xmlns:a16="http://schemas.microsoft.com/office/drawing/2014/main" id="{02739BEF-7D39-7115-5065-04A2731E1024}"/>
              </a:ext>
            </a:extLst>
          </p:cNvPr>
          <p:cNvSpPr txBox="1"/>
          <p:nvPr/>
        </p:nvSpPr>
        <p:spPr>
          <a:xfrm>
            <a:off x="17169778" y="26390416"/>
            <a:ext cx="2263404" cy="577081"/>
          </a:xfrm>
          <a:prstGeom prst="rect">
            <a:avLst/>
          </a:prstGeom>
          <a:noFill/>
        </p:spPr>
        <p:txBody>
          <a:bodyPr wrap="square" rtlCol="0">
            <a:spAutoFit/>
          </a:bodyPr>
          <a:lstStyle/>
          <a:p>
            <a:pPr algn="ctr"/>
            <a:r>
              <a:rPr lang="en-GB" sz="1050">
                <a:latin typeface="Bahnschrift" panose="020B0502040204020203" pitchFamily="34" charset="0"/>
              </a:rPr>
              <a:t>Strengthen AI guardrails, recommendation quality checks, and medical safety boundaries</a:t>
            </a:r>
            <a:endParaRPr lang="en-MY" sz="1050">
              <a:latin typeface="Bahnschrift" panose="020B0502040204020203" pitchFamily="34" charset="0"/>
            </a:endParaRPr>
          </a:p>
        </p:txBody>
      </p:sp>
      <p:sp>
        <p:nvSpPr>
          <p:cNvPr id="40" name="TextBox 39">
            <a:extLst>
              <a:ext uri="{FF2B5EF4-FFF2-40B4-BE49-F238E27FC236}">
                <a16:creationId xmlns:a16="http://schemas.microsoft.com/office/drawing/2014/main" id="{4D224A96-7732-7698-8470-ABD7EF533EB4}"/>
              </a:ext>
            </a:extLst>
          </p:cNvPr>
          <p:cNvSpPr txBox="1"/>
          <p:nvPr/>
        </p:nvSpPr>
        <p:spPr>
          <a:xfrm>
            <a:off x="13539680" y="26366169"/>
            <a:ext cx="2263404" cy="738664"/>
          </a:xfrm>
          <a:prstGeom prst="rect">
            <a:avLst/>
          </a:prstGeom>
          <a:noFill/>
        </p:spPr>
        <p:txBody>
          <a:bodyPr wrap="square" rtlCol="0">
            <a:spAutoFit/>
          </a:bodyPr>
          <a:lstStyle/>
          <a:p>
            <a:pPr algn="ctr"/>
            <a:r>
              <a:rPr lang="en-GB" sz="1050">
                <a:latin typeface="Bahnschrift" panose="020B0502040204020203" pitchFamily="34" charset="0"/>
              </a:rPr>
              <a:t>Add deeper filtering, alert management, patient comparison, and trend summaries to support faster clinical decisions.</a:t>
            </a:r>
            <a:endParaRPr lang="en-MY" sz="1050">
              <a:latin typeface="Bahnschrift" panose="020B0502040204020203" pitchFamily="34" charset="0"/>
            </a:endParaRPr>
          </a:p>
        </p:txBody>
      </p:sp>
      <p:pic>
        <p:nvPicPr>
          <p:cNvPr id="2048" name="Picture 2047" descr="A screenshot of a computer&#10;&#10;AI-generated content may be incorrect.">
            <a:extLst>
              <a:ext uri="{FF2B5EF4-FFF2-40B4-BE49-F238E27FC236}">
                <a16:creationId xmlns:a16="http://schemas.microsoft.com/office/drawing/2014/main" id="{5D32894F-BF0A-5ADC-3CC9-8BE23309E41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70732" y="11177166"/>
            <a:ext cx="9229076" cy="6921807"/>
          </a:xfrm>
          <a:prstGeom prst="rect">
            <a:avLst/>
          </a:prstGeom>
        </p:spPr>
      </p:pic>
      <p:pic>
        <p:nvPicPr>
          <p:cNvPr id="2053" name="Picture 2052">
            <a:extLst>
              <a:ext uri="{FF2B5EF4-FFF2-40B4-BE49-F238E27FC236}">
                <a16:creationId xmlns:a16="http://schemas.microsoft.com/office/drawing/2014/main" id="{08A8E160-9252-CD60-8452-5B205537C75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105371" y="21376718"/>
            <a:ext cx="720000" cy="720000"/>
          </a:xfrm>
          <a:prstGeom prst="rect">
            <a:avLst/>
          </a:prstGeom>
        </p:spPr>
      </p:pic>
      <p:pic>
        <p:nvPicPr>
          <p:cNvPr id="2055" name="Picture 2054">
            <a:extLst>
              <a:ext uri="{FF2B5EF4-FFF2-40B4-BE49-F238E27FC236}">
                <a16:creationId xmlns:a16="http://schemas.microsoft.com/office/drawing/2014/main" id="{5604C6E3-9205-5766-457B-46A5C647800E}"/>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5340575" y="21391112"/>
            <a:ext cx="720000" cy="720000"/>
          </a:xfrm>
          <a:prstGeom prst="rect">
            <a:avLst/>
          </a:prstGeom>
        </p:spPr>
      </p:pic>
      <p:pic>
        <p:nvPicPr>
          <p:cNvPr id="2057" name="Picture 2056">
            <a:extLst>
              <a:ext uri="{FF2B5EF4-FFF2-40B4-BE49-F238E27FC236}">
                <a16:creationId xmlns:a16="http://schemas.microsoft.com/office/drawing/2014/main" id="{C64D639D-84C5-5AEF-E259-E18A972DB4C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618777" y="21459917"/>
            <a:ext cx="720000" cy="720000"/>
          </a:xfrm>
          <a:prstGeom prst="rect">
            <a:avLst/>
          </a:prstGeom>
        </p:spPr>
      </p:pic>
      <p:sp>
        <p:nvSpPr>
          <p:cNvPr id="2089" name="TextBox 2088">
            <a:extLst>
              <a:ext uri="{FF2B5EF4-FFF2-40B4-BE49-F238E27FC236}">
                <a16:creationId xmlns:a16="http://schemas.microsoft.com/office/drawing/2014/main" id="{20FCB8CE-08AB-C5AF-1DBE-AB52A8EBE108}"/>
              </a:ext>
            </a:extLst>
          </p:cNvPr>
          <p:cNvSpPr txBox="1"/>
          <p:nvPr/>
        </p:nvSpPr>
        <p:spPr>
          <a:xfrm>
            <a:off x="10966136" y="14418778"/>
            <a:ext cx="1667444" cy="307777"/>
          </a:xfrm>
          <a:prstGeom prst="rect">
            <a:avLst/>
          </a:prstGeom>
          <a:noFill/>
        </p:spPr>
        <p:txBody>
          <a:bodyPr wrap="none" rtlCol="0">
            <a:spAutoFit/>
          </a:bodyPr>
          <a:lstStyle/>
          <a:p>
            <a:r>
              <a:rPr lang="en-MY" sz="1400">
                <a:latin typeface="Bahnschrift" panose="020B0502040204020203" pitchFamily="34" charset="0"/>
              </a:rPr>
              <a:t>Patient Dashboard</a:t>
            </a:r>
          </a:p>
        </p:txBody>
      </p:sp>
      <p:sp>
        <p:nvSpPr>
          <p:cNvPr id="2090" name="TextBox 2089">
            <a:extLst>
              <a:ext uri="{FF2B5EF4-FFF2-40B4-BE49-F238E27FC236}">
                <a16:creationId xmlns:a16="http://schemas.microsoft.com/office/drawing/2014/main" id="{3C030DFD-0919-8681-14BF-334745228EA6}"/>
              </a:ext>
            </a:extLst>
          </p:cNvPr>
          <p:cNvSpPr txBox="1"/>
          <p:nvPr/>
        </p:nvSpPr>
        <p:spPr>
          <a:xfrm>
            <a:off x="12797887" y="14451985"/>
            <a:ext cx="1313180" cy="307777"/>
          </a:xfrm>
          <a:prstGeom prst="rect">
            <a:avLst/>
          </a:prstGeom>
          <a:noFill/>
        </p:spPr>
        <p:txBody>
          <a:bodyPr wrap="none" rtlCol="0">
            <a:spAutoFit/>
          </a:bodyPr>
          <a:lstStyle/>
          <a:p>
            <a:r>
              <a:rPr lang="en-MY" sz="1400">
                <a:latin typeface="Bahnschrift" panose="020B0502040204020203" pitchFamily="34" charset="0"/>
              </a:rPr>
              <a:t>Quick Logging</a:t>
            </a:r>
          </a:p>
        </p:txBody>
      </p:sp>
      <p:sp>
        <p:nvSpPr>
          <p:cNvPr id="2091" name="TextBox 2090">
            <a:extLst>
              <a:ext uri="{FF2B5EF4-FFF2-40B4-BE49-F238E27FC236}">
                <a16:creationId xmlns:a16="http://schemas.microsoft.com/office/drawing/2014/main" id="{CCB84522-9BF8-C5AF-56D5-49CFB056232E}"/>
              </a:ext>
            </a:extLst>
          </p:cNvPr>
          <p:cNvSpPr txBox="1"/>
          <p:nvPr/>
        </p:nvSpPr>
        <p:spPr>
          <a:xfrm>
            <a:off x="11838941" y="18343528"/>
            <a:ext cx="1611339" cy="307777"/>
          </a:xfrm>
          <a:prstGeom prst="rect">
            <a:avLst/>
          </a:prstGeom>
          <a:noFill/>
        </p:spPr>
        <p:txBody>
          <a:bodyPr wrap="none" rtlCol="0">
            <a:spAutoFit/>
          </a:bodyPr>
          <a:lstStyle/>
          <a:p>
            <a:r>
              <a:rPr lang="en-MY" sz="1400">
                <a:latin typeface="Bahnschrift" panose="020B0502040204020203" pitchFamily="34" charset="0"/>
              </a:rPr>
              <a:t>AI Health Insights</a:t>
            </a:r>
          </a:p>
        </p:txBody>
      </p:sp>
      <p:sp>
        <p:nvSpPr>
          <p:cNvPr id="2092" name="TextBox 2091">
            <a:extLst>
              <a:ext uri="{FF2B5EF4-FFF2-40B4-BE49-F238E27FC236}">
                <a16:creationId xmlns:a16="http://schemas.microsoft.com/office/drawing/2014/main" id="{53F64F3C-6161-0559-EC25-B61AA3B93624}"/>
              </a:ext>
            </a:extLst>
          </p:cNvPr>
          <p:cNvSpPr txBox="1"/>
          <p:nvPr/>
        </p:nvSpPr>
        <p:spPr>
          <a:xfrm>
            <a:off x="15606085" y="14460084"/>
            <a:ext cx="1789272" cy="307777"/>
          </a:xfrm>
          <a:prstGeom prst="rect">
            <a:avLst/>
          </a:prstGeom>
          <a:noFill/>
        </p:spPr>
        <p:txBody>
          <a:bodyPr wrap="none" rtlCol="0">
            <a:spAutoFit/>
          </a:bodyPr>
          <a:lstStyle/>
          <a:p>
            <a:r>
              <a:rPr lang="en-MY" sz="1400">
                <a:latin typeface="Bahnschrift" panose="020B0502040204020203" pitchFamily="34" charset="0"/>
              </a:rPr>
              <a:t>Clinician Dashboard</a:t>
            </a:r>
          </a:p>
        </p:txBody>
      </p:sp>
      <p:sp>
        <p:nvSpPr>
          <p:cNvPr id="2093" name="TextBox 2092">
            <a:extLst>
              <a:ext uri="{FF2B5EF4-FFF2-40B4-BE49-F238E27FC236}">
                <a16:creationId xmlns:a16="http://schemas.microsoft.com/office/drawing/2014/main" id="{C9B112AB-592F-5974-D968-D360E41D90E6}"/>
              </a:ext>
            </a:extLst>
          </p:cNvPr>
          <p:cNvSpPr txBox="1"/>
          <p:nvPr/>
        </p:nvSpPr>
        <p:spPr>
          <a:xfrm>
            <a:off x="17496900" y="14527775"/>
            <a:ext cx="1540806" cy="307777"/>
          </a:xfrm>
          <a:prstGeom prst="rect">
            <a:avLst/>
          </a:prstGeom>
          <a:noFill/>
        </p:spPr>
        <p:txBody>
          <a:bodyPr wrap="none" rtlCol="0">
            <a:spAutoFit/>
          </a:bodyPr>
          <a:lstStyle/>
          <a:p>
            <a:r>
              <a:rPr lang="en-MY" sz="1400">
                <a:latin typeface="Bahnschrift" panose="020B0502040204020203" pitchFamily="34" charset="0"/>
              </a:rPr>
              <a:t>Patient Overview</a:t>
            </a:r>
          </a:p>
        </p:txBody>
      </p:sp>
      <p:sp>
        <p:nvSpPr>
          <p:cNvPr id="2094" name="TextBox 2093">
            <a:extLst>
              <a:ext uri="{FF2B5EF4-FFF2-40B4-BE49-F238E27FC236}">
                <a16:creationId xmlns:a16="http://schemas.microsoft.com/office/drawing/2014/main" id="{411913D5-F0AA-DF48-E17B-5723104DEAA0}"/>
              </a:ext>
            </a:extLst>
          </p:cNvPr>
          <p:cNvSpPr txBox="1"/>
          <p:nvPr/>
        </p:nvSpPr>
        <p:spPr>
          <a:xfrm>
            <a:off x="16132442" y="18340975"/>
            <a:ext cx="1617751" cy="307777"/>
          </a:xfrm>
          <a:prstGeom prst="rect">
            <a:avLst/>
          </a:prstGeom>
          <a:noFill/>
        </p:spPr>
        <p:txBody>
          <a:bodyPr wrap="square" rtlCol="0">
            <a:spAutoFit/>
          </a:bodyPr>
          <a:lstStyle/>
          <a:p>
            <a:r>
              <a:rPr lang="en-MY" sz="1400">
                <a:latin typeface="Bahnschrift" panose="020B0502040204020203" pitchFamily="34" charset="0"/>
              </a:rPr>
              <a:t>Admin Dashboard</a:t>
            </a:r>
          </a:p>
        </p:txBody>
      </p:sp>
      <p:pic>
        <p:nvPicPr>
          <p:cNvPr id="2069" name="Picture 2068">
            <a:extLst>
              <a:ext uri="{FF2B5EF4-FFF2-40B4-BE49-F238E27FC236}">
                <a16:creationId xmlns:a16="http://schemas.microsoft.com/office/drawing/2014/main" id="{28C5AE60-7243-E7DE-8543-5EC2E4BACE6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1879452" y="14872837"/>
            <a:ext cx="1530315" cy="3420000"/>
          </a:xfrm>
          <a:prstGeom prst="rect">
            <a:avLst/>
          </a:prstGeom>
          <a:ln>
            <a:solidFill>
              <a:schemeClr val="accent1">
                <a:lumMod val="90000"/>
              </a:schemeClr>
            </a:solidFill>
          </a:ln>
        </p:spPr>
      </p:pic>
      <p:pic>
        <p:nvPicPr>
          <p:cNvPr id="2078" name="Picture 2077">
            <a:extLst>
              <a:ext uri="{FF2B5EF4-FFF2-40B4-BE49-F238E27FC236}">
                <a16:creationId xmlns:a16="http://schemas.microsoft.com/office/drawing/2014/main" id="{919B8D8E-F6AD-E5A9-4ADE-4AB1A621741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1006079" y="10970911"/>
            <a:ext cx="1531969" cy="3420000"/>
          </a:xfrm>
          <a:prstGeom prst="rect">
            <a:avLst/>
          </a:prstGeom>
          <a:ln>
            <a:solidFill>
              <a:schemeClr val="accent1">
                <a:lumMod val="90000"/>
              </a:schemeClr>
            </a:solidFill>
          </a:ln>
        </p:spPr>
      </p:pic>
      <p:pic>
        <p:nvPicPr>
          <p:cNvPr id="2082" name="Picture 2081">
            <a:extLst>
              <a:ext uri="{FF2B5EF4-FFF2-40B4-BE49-F238E27FC236}">
                <a16:creationId xmlns:a16="http://schemas.microsoft.com/office/drawing/2014/main" id="{B65FA738-249A-C6FC-DF30-CEB57E7382D9}"/>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493136" y="11003975"/>
            <a:ext cx="1530315" cy="3420000"/>
          </a:xfrm>
          <a:prstGeom prst="rect">
            <a:avLst/>
          </a:prstGeom>
          <a:ln>
            <a:solidFill>
              <a:schemeClr val="accent1">
                <a:lumMod val="90000"/>
              </a:schemeClr>
            </a:solidFill>
          </a:ln>
        </p:spPr>
      </p:pic>
      <p:pic>
        <p:nvPicPr>
          <p:cNvPr id="2084" name="Picture 2083">
            <a:extLst>
              <a:ext uri="{FF2B5EF4-FFF2-40B4-BE49-F238E27FC236}">
                <a16:creationId xmlns:a16="http://schemas.microsoft.com/office/drawing/2014/main" id="{9F79068F-58AE-E52B-FD49-CD85283C319F}"/>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5743228" y="11003975"/>
            <a:ext cx="1531657" cy="3420000"/>
          </a:xfrm>
          <a:prstGeom prst="rect">
            <a:avLst/>
          </a:prstGeom>
          <a:ln>
            <a:solidFill>
              <a:schemeClr val="accent1">
                <a:lumMod val="90000"/>
              </a:schemeClr>
            </a:solidFill>
          </a:ln>
        </p:spPr>
      </p:pic>
      <p:pic>
        <p:nvPicPr>
          <p:cNvPr id="2088" name="Picture 2087">
            <a:extLst>
              <a:ext uri="{FF2B5EF4-FFF2-40B4-BE49-F238E27FC236}">
                <a16:creationId xmlns:a16="http://schemas.microsoft.com/office/drawing/2014/main" id="{8F6BA64E-F14D-CD37-137F-962B777754B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905266" y="14967363"/>
            <a:ext cx="6358065" cy="3240000"/>
          </a:xfrm>
          <a:prstGeom prst="rect">
            <a:avLst/>
          </a:prstGeom>
          <a:ln>
            <a:solidFill>
              <a:schemeClr val="accent1">
                <a:lumMod val="90000"/>
              </a:schemeClr>
            </a:solidFill>
          </a:ln>
        </p:spPr>
      </p:pic>
      <p:pic>
        <p:nvPicPr>
          <p:cNvPr id="2097" name="Picture 2096">
            <a:extLst>
              <a:ext uri="{FF2B5EF4-FFF2-40B4-BE49-F238E27FC236}">
                <a16:creationId xmlns:a16="http://schemas.microsoft.com/office/drawing/2014/main" id="{1C8DAE28-F058-06D6-F6DD-4DBD8F7F127B}"/>
              </a:ext>
            </a:extLst>
          </p:cNvPr>
          <p:cNvPicPr>
            <a:picLocks noChangeAspect="1"/>
          </p:cNvPicPr>
          <p:nvPr/>
        </p:nvPicPr>
        <p:blipFill>
          <a:blip r:embed="rId19"/>
          <a:stretch>
            <a:fillRect/>
          </a:stretch>
        </p:blipFill>
        <p:spPr>
          <a:xfrm>
            <a:off x="12665815" y="10975963"/>
            <a:ext cx="1534654" cy="3420000"/>
          </a:xfrm>
          <a:prstGeom prst="rect">
            <a:avLst/>
          </a:prstGeom>
          <a:ln>
            <a:solidFill>
              <a:schemeClr val="accent1">
                <a:lumMod val="90000"/>
              </a:schemeClr>
            </a:solidFill>
          </a:ln>
        </p:spPr>
      </p:pic>
      <p:sp>
        <p:nvSpPr>
          <p:cNvPr id="5" name="Rectangle 4">
            <a:extLst>
              <a:ext uri="{FF2B5EF4-FFF2-40B4-BE49-F238E27FC236}">
                <a16:creationId xmlns:a16="http://schemas.microsoft.com/office/drawing/2014/main" id="{E36E2284-94A1-8EE3-B571-88D2A7FD8F71}"/>
              </a:ext>
            </a:extLst>
          </p:cNvPr>
          <p:cNvSpPr/>
          <p:nvPr/>
        </p:nvSpPr>
        <p:spPr bwMode="auto">
          <a:xfrm>
            <a:off x="1567336" y="20470628"/>
            <a:ext cx="4095010" cy="2841649"/>
          </a:xfrm>
          <a:prstGeom prst="rect">
            <a:avLst/>
          </a:prstGeom>
          <a:solidFill>
            <a:srgbClr val="FF9999"/>
          </a:solidFill>
          <a:ln>
            <a:noFill/>
          </a:ln>
          <a:effectLst>
            <a:softEdge rad="317500"/>
          </a:effectLst>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6541AB51-9270-6BBF-3429-6FBE7466ED3E}"/>
              </a:ext>
            </a:extLst>
          </p:cNvPr>
          <p:cNvSpPr/>
          <p:nvPr/>
        </p:nvSpPr>
        <p:spPr bwMode="auto">
          <a:xfrm>
            <a:off x="5693278" y="20463677"/>
            <a:ext cx="4095010" cy="2841649"/>
          </a:xfrm>
          <a:prstGeom prst="rect">
            <a:avLst/>
          </a:prstGeom>
          <a:solidFill>
            <a:schemeClr val="accent1"/>
          </a:solidFill>
          <a:ln>
            <a:noFill/>
          </a:ln>
          <a:effectLst>
            <a:softEdge rad="317500"/>
          </a:effectLst>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32" name="Rectangle: Rounded Corners 31">
            <a:extLst>
              <a:ext uri="{FF2B5EF4-FFF2-40B4-BE49-F238E27FC236}">
                <a16:creationId xmlns:a16="http://schemas.microsoft.com/office/drawing/2014/main" id="{D9D43D79-C2D1-C99E-CEB6-E205360C1B1E}"/>
              </a:ext>
            </a:extLst>
          </p:cNvPr>
          <p:cNvSpPr/>
          <p:nvPr/>
        </p:nvSpPr>
        <p:spPr>
          <a:xfrm>
            <a:off x="1854308" y="20911314"/>
            <a:ext cx="3496399" cy="200025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noProof="0" err="1">
                <a:solidFill>
                  <a:schemeClr val="tx1">
                    <a:lumMod val="90000"/>
                    <a:lumOff val="10000"/>
                  </a:schemeClr>
                </a:solidFill>
                <a:latin typeface="Bahnschrift" panose="020B0502040204020203" pitchFamily="34" charset="0"/>
              </a:rPr>
              <a:t>BookDoc</a:t>
            </a:r>
            <a:endParaRPr lang="en-GB" sz="2000" b="1" noProof="0">
              <a:solidFill>
                <a:schemeClr val="tx1">
                  <a:lumMod val="90000"/>
                  <a:lumOff val="10000"/>
                </a:schemeClr>
              </a:solidFill>
              <a:latin typeface="Bahnschrift" panose="020B0502040204020203" pitchFamily="34" charset="0"/>
            </a:endParaRPr>
          </a:p>
          <a:p>
            <a:pPr algn="ctr"/>
            <a:endParaRPr lang="en-GB" sz="1800" b="1" noProof="0">
              <a:solidFill>
                <a:schemeClr val="tx1">
                  <a:lumMod val="90000"/>
                  <a:lumOff val="10000"/>
                </a:schemeClr>
              </a:solidFill>
              <a:latin typeface="Bahnschrift" panose="020B0502040204020203" pitchFamily="34" charset="0"/>
            </a:endParaRPr>
          </a:p>
          <a:p>
            <a:pPr algn="ctr"/>
            <a:r>
              <a:rPr lang="en-GB" sz="1800" u="sng" noProof="0">
                <a:solidFill>
                  <a:schemeClr val="tx1">
                    <a:lumMod val="90000"/>
                    <a:lumOff val="10000"/>
                  </a:schemeClr>
                </a:solidFill>
                <a:latin typeface="Bahnschrift" panose="020B0502040204020203" pitchFamily="34" charset="0"/>
              </a:rPr>
              <a:t>Wellness and Gamification</a:t>
            </a:r>
          </a:p>
          <a:p>
            <a:pPr algn="ctr"/>
            <a:r>
              <a:rPr lang="en-GB" sz="1800" noProof="0">
                <a:solidFill>
                  <a:schemeClr val="tx1">
                    <a:lumMod val="90000"/>
                    <a:lumOff val="10000"/>
                  </a:schemeClr>
                </a:solidFill>
                <a:latin typeface="Bahnschrift" panose="020B0502040204020203" pitchFamily="34" charset="0"/>
              </a:rPr>
              <a:t>Activity tracking, non-clinical focus</a:t>
            </a:r>
          </a:p>
        </p:txBody>
      </p:sp>
      <p:sp>
        <p:nvSpPr>
          <p:cNvPr id="2049" name="Rectangle 2048">
            <a:extLst>
              <a:ext uri="{FF2B5EF4-FFF2-40B4-BE49-F238E27FC236}">
                <a16:creationId xmlns:a16="http://schemas.microsoft.com/office/drawing/2014/main" id="{EA9A0DAC-D3B3-C528-3D83-C4098782D853}"/>
              </a:ext>
            </a:extLst>
          </p:cNvPr>
          <p:cNvSpPr/>
          <p:nvPr/>
        </p:nvSpPr>
        <p:spPr bwMode="auto">
          <a:xfrm>
            <a:off x="5705623" y="23313181"/>
            <a:ext cx="4095010" cy="2841649"/>
          </a:xfrm>
          <a:prstGeom prst="rect">
            <a:avLst/>
          </a:prstGeom>
          <a:solidFill>
            <a:srgbClr val="CCFF99"/>
          </a:solidFill>
          <a:ln>
            <a:noFill/>
          </a:ln>
          <a:effectLst>
            <a:softEdge rad="317500"/>
          </a:effectLst>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2054" name="Rectangle 2053">
            <a:extLst>
              <a:ext uri="{FF2B5EF4-FFF2-40B4-BE49-F238E27FC236}">
                <a16:creationId xmlns:a16="http://schemas.microsoft.com/office/drawing/2014/main" id="{D33091D9-D1AF-9E88-FF95-703F992E6FBC}"/>
              </a:ext>
            </a:extLst>
          </p:cNvPr>
          <p:cNvSpPr/>
          <p:nvPr/>
        </p:nvSpPr>
        <p:spPr bwMode="auto">
          <a:xfrm>
            <a:off x="1580857" y="23313181"/>
            <a:ext cx="4095010" cy="2841649"/>
          </a:xfrm>
          <a:prstGeom prst="rect">
            <a:avLst/>
          </a:prstGeom>
          <a:solidFill>
            <a:srgbClr val="FFCC99"/>
          </a:solidFill>
          <a:ln>
            <a:noFill/>
          </a:ln>
          <a:effectLst>
            <a:softEdge rad="317500"/>
          </a:effectLst>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sp>
        <p:nvSpPr>
          <p:cNvPr id="34" name="Rectangle: Rounded Corners 33">
            <a:extLst>
              <a:ext uri="{FF2B5EF4-FFF2-40B4-BE49-F238E27FC236}">
                <a16:creationId xmlns:a16="http://schemas.microsoft.com/office/drawing/2014/main" id="{0EE779B5-0012-620E-44F1-230F2499DC7E}"/>
              </a:ext>
            </a:extLst>
          </p:cNvPr>
          <p:cNvSpPr/>
          <p:nvPr/>
        </p:nvSpPr>
        <p:spPr>
          <a:xfrm>
            <a:off x="6023062" y="23674601"/>
            <a:ext cx="3479726" cy="2058998"/>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noProof="0" err="1">
                <a:solidFill>
                  <a:schemeClr val="tx1">
                    <a:lumMod val="90000"/>
                    <a:lumOff val="10000"/>
                  </a:schemeClr>
                </a:solidFill>
                <a:latin typeface="Bahnschrift" panose="020B0502040204020203" pitchFamily="34" charset="0"/>
              </a:rPr>
              <a:t>Naluri</a:t>
            </a:r>
            <a:r>
              <a:rPr lang="en-GB" sz="2000" b="1" noProof="0">
                <a:solidFill>
                  <a:schemeClr val="tx1">
                    <a:lumMod val="90000"/>
                    <a:lumOff val="10000"/>
                  </a:schemeClr>
                </a:solidFill>
                <a:latin typeface="Bahnschrift" panose="020B0502040204020203" pitchFamily="34" charset="0"/>
              </a:rPr>
              <a:t> Health</a:t>
            </a:r>
          </a:p>
          <a:p>
            <a:pPr algn="ctr"/>
            <a:endParaRPr lang="en-GB" sz="1800" noProof="0">
              <a:solidFill>
                <a:schemeClr val="tx1">
                  <a:lumMod val="90000"/>
                  <a:lumOff val="10000"/>
                </a:schemeClr>
              </a:solidFill>
              <a:latin typeface="Bahnschrift" panose="020B0502040204020203" pitchFamily="34" charset="0"/>
            </a:endParaRPr>
          </a:p>
          <a:p>
            <a:pPr algn="ctr"/>
            <a:r>
              <a:rPr lang="en-GB" sz="1800" u="sng" noProof="0">
                <a:solidFill>
                  <a:schemeClr val="tx1">
                    <a:lumMod val="90000"/>
                    <a:lumOff val="10000"/>
                  </a:schemeClr>
                </a:solidFill>
                <a:latin typeface="Bahnschrift" panose="020B0502040204020203" pitchFamily="34" charset="0"/>
              </a:rPr>
              <a:t>Human-Coached Programs</a:t>
            </a:r>
          </a:p>
          <a:p>
            <a:pPr algn="ctr"/>
            <a:r>
              <a:rPr lang="en-GB" sz="1800" noProof="0">
                <a:solidFill>
                  <a:schemeClr val="tx1">
                    <a:lumMod val="90000"/>
                    <a:lumOff val="10000"/>
                  </a:schemeClr>
                </a:solidFill>
                <a:latin typeface="Bahnschrift" panose="020B0502040204020203" pitchFamily="34" charset="0"/>
              </a:rPr>
              <a:t>Structured programs, human-intensive</a:t>
            </a:r>
          </a:p>
        </p:txBody>
      </p:sp>
      <p:sp>
        <p:nvSpPr>
          <p:cNvPr id="33" name="Rectangle: Rounded Corners 32">
            <a:extLst>
              <a:ext uri="{FF2B5EF4-FFF2-40B4-BE49-F238E27FC236}">
                <a16:creationId xmlns:a16="http://schemas.microsoft.com/office/drawing/2014/main" id="{E3E324B3-BA7F-98F1-4DE6-20F33BAB3E34}"/>
              </a:ext>
            </a:extLst>
          </p:cNvPr>
          <p:cNvSpPr/>
          <p:nvPr/>
        </p:nvSpPr>
        <p:spPr>
          <a:xfrm>
            <a:off x="1854307" y="23683317"/>
            <a:ext cx="3496399" cy="199445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noProof="0" err="1">
                <a:solidFill>
                  <a:schemeClr val="tx1">
                    <a:lumMod val="90000"/>
                    <a:lumOff val="10000"/>
                  </a:schemeClr>
                </a:solidFill>
                <a:latin typeface="Bahnschrift" panose="020B0502040204020203" pitchFamily="34" charset="0"/>
              </a:rPr>
              <a:t>DoctorOnCall</a:t>
            </a:r>
            <a:r>
              <a:rPr lang="en-GB" sz="2000" b="1" noProof="0">
                <a:solidFill>
                  <a:schemeClr val="tx1">
                    <a:lumMod val="90000"/>
                    <a:lumOff val="10000"/>
                  </a:schemeClr>
                </a:solidFill>
                <a:latin typeface="Bahnschrift" panose="020B0502040204020203" pitchFamily="34" charset="0"/>
              </a:rPr>
              <a:t>/Doc2Us</a:t>
            </a:r>
          </a:p>
          <a:p>
            <a:pPr algn="ctr"/>
            <a:r>
              <a:rPr lang="en-GB" sz="1800" noProof="0">
                <a:solidFill>
                  <a:schemeClr val="tx1">
                    <a:lumMod val="90000"/>
                    <a:lumOff val="10000"/>
                  </a:schemeClr>
                </a:solidFill>
                <a:latin typeface="Bahnschrift" panose="020B0502040204020203" pitchFamily="34" charset="0"/>
              </a:rPr>
              <a:t>(Resource Intensive)</a:t>
            </a:r>
          </a:p>
          <a:p>
            <a:pPr algn="ctr"/>
            <a:endParaRPr lang="en-GB" sz="1800" noProof="0">
              <a:solidFill>
                <a:schemeClr val="tx1">
                  <a:lumMod val="90000"/>
                  <a:lumOff val="10000"/>
                </a:schemeClr>
              </a:solidFill>
              <a:latin typeface="Bahnschrift" panose="020B0502040204020203" pitchFamily="34" charset="0"/>
            </a:endParaRPr>
          </a:p>
          <a:p>
            <a:pPr algn="ctr"/>
            <a:r>
              <a:rPr lang="en-GB" sz="1800" u="sng" noProof="0">
                <a:solidFill>
                  <a:schemeClr val="tx1">
                    <a:lumMod val="90000"/>
                    <a:lumOff val="10000"/>
                  </a:schemeClr>
                </a:solidFill>
                <a:latin typeface="Bahnschrift" panose="020B0502040204020203" pitchFamily="34" charset="0"/>
              </a:rPr>
              <a:t>Transactional Telehealth</a:t>
            </a:r>
          </a:p>
          <a:p>
            <a:pPr algn="ctr"/>
            <a:r>
              <a:rPr lang="en-GB" sz="1800" noProof="0">
                <a:solidFill>
                  <a:schemeClr val="tx1">
                    <a:lumMod val="90000"/>
                    <a:lumOff val="10000"/>
                  </a:schemeClr>
                </a:solidFill>
                <a:latin typeface="Bahnschrift" panose="020B0502040204020203" pitchFamily="34" charset="0"/>
              </a:rPr>
              <a:t>On-demand, episodic care</a:t>
            </a:r>
            <a:endParaRPr lang="en-GB" sz="2000" noProof="0">
              <a:solidFill>
                <a:schemeClr val="tx1">
                  <a:lumMod val="90000"/>
                  <a:lumOff val="10000"/>
                </a:schemeClr>
              </a:solidFill>
              <a:latin typeface="Bahnschrift" panose="020B0502040204020203" pitchFamily="34" charset="0"/>
            </a:endParaRPr>
          </a:p>
        </p:txBody>
      </p:sp>
      <p:sp>
        <p:nvSpPr>
          <p:cNvPr id="60" name="Oval 59">
            <a:extLst>
              <a:ext uri="{FF2B5EF4-FFF2-40B4-BE49-F238E27FC236}">
                <a16:creationId xmlns:a16="http://schemas.microsoft.com/office/drawing/2014/main" id="{F5338A79-B79A-00EC-6BF3-CAC75D29261B}"/>
              </a:ext>
            </a:extLst>
          </p:cNvPr>
          <p:cNvSpPr/>
          <p:nvPr/>
        </p:nvSpPr>
        <p:spPr bwMode="auto">
          <a:xfrm>
            <a:off x="12823217" y="23634550"/>
            <a:ext cx="720000" cy="720080"/>
          </a:xfrm>
          <a:prstGeom prst="ellipse">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189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pic>
        <p:nvPicPr>
          <p:cNvPr id="2068" name="Picture 2067">
            <a:extLst>
              <a:ext uri="{FF2B5EF4-FFF2-40B4-BE49-F238E27FC236}">
                <a16:creationId xmlns:a16="http://schemas.microsoft.com/office/drawing/2014/main" id="{389C4877-1589-E93D-6D97-90601902827F}"/>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3024854" y="23786492"/>
            <a:ext cx="360000" cy="360000"/>
          </a:xfrm>
          <a:prstGeom prst="rect">
            <a:avLst/>
          </a:prstGeom>
        </p:spPr>
      </p:pic>
      <p:sp>
        <p:nvSpPr>
          <p:cNvPr id="61" name="Oval 60">
            <a:extLst>
              <a:ext uri="{FF2B5EF4-FFF2-40B4-BE49-F238E27FC236}">
                <a16:creationId xmlns:a16="http://schemas.microsoft.com/office/drawing/2014/main" id="{B56944D3-A4F4-22DA-01AE-8E9CFFFE0077}"/>
              </a:ext>
            </a:extLst>
          </p:cNvPr>
          <p:cNvSpPr/>
          <p:nvPr/>
        </p:nvSpPr>
        <p:spPr bwMode="auto">
          <a:xfrm>
            <a:off x="16112277" y="23634550"/>
            <a:ext cx="720000" cy="720080"/>
          </a:xfrm>
          <a:prstGeom prst="ellipse">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189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pic>
        <p:nvPicPr>
          <p:cNvPr id="2070" name="Picture 2069">
            <a:extLst>
              <a:ext uri="{FF2B5EF4-FFF2-40B4-BE49-F238E27FC236}">
                <a16:creationId xmlns:a16="http://schemas.microsoft.com/office/drawing/2014/main" id="{F8D36458-E26F-4B61-04B4-DA1AECCD3B62}"/>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6294844" y="23814590"/>
            <a:ext cx="360000" cy="360000"/>
          </a:xfrm>
          <a:prstGeom prst="rect">
            <a:avLst/>
          </a:prstGeom>
        </p:spPr>
      </p:pic>
      <p:sp>
        <p:nvSpPr>
          <p:cNvPr id="63" name="Oval 62">
            <a:extLst>
              <a:ext uri="{FF2B5EF4-FFF2-40B4-BE49-F238E27FC236}">
                <a16:creationId xmlns:a16="http://schemas.microsoft.com/office/drawing/2014/main" id="{0CB38F97-F734-0A21-5E7D-EFD385029A5F}"/>
              </a:ext>
            </a:extLst>
          </p:cNvPr>
          <p:cNvSpPr/>
          <p:nvPr/>
        </p:nvSpPr>
        <p:spPr bwMode="auto">
          <a:xfrm>
            <a:off x="17944047" y="25392350"/>
            <a:ext cx="720000" cy="720080"/>
          </a:xfrm>
          <a:prstGeom prst="ellipse">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189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pic>
        <p:nvPicPr>
          <p:cNvPr id="4" name="Picture 3">
            <a:extLst>
              <a:ext uri="{FF2B5EF4-FFF2-40B4-BE49-F238E27FC236}">
                <a16:creationId xmlns:a16="http://schemas.microsoft.com/office/drawing/2014/main" id="{4E55ED3B-5603-BD0C-F556-737995DA522E}"/>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8121480" y="25572390"/>
            <a:ext cx="360000" cy="360000"/>
          </a:xfrm>
          <a:prstGeom prst="rect">
            <a:avLst/>
          </a:prstGeom>
        </p:spPr>
      </p:pic>
      <p:sp>
        <p:nvSpPr>
          <p:cNvPr id="62" name="Oval 61">
            <a:extLst>
              <a:ext uri="{FF2B5EF4-FFF2-40B4-BE49-F238E27FC236}">
                <a16:creationId xmlns:a16="http://schemas.microsoft.com/office/drawing/2014/main" id="{27839309-0498-1E72-238E-73C44D923D4D}"/>
              </a:ext>
            </a:extLst>
          </p:cNvPr>
          <p:cNvSpPr/>
          <p:nvPr/>
        </p:nvSpPr>
        <p:spPr bwMode="auto">
          <a:xfrm>
            <a:off x="14354070" y="25386577"/>
            <a:ext cx="720000" cy="720080"/>
          </a:xfrm>
          <a:prstGeom prst="ellipse">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189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2949575" rtl="0" eaLnBrk="1" fontAlgn="base" latinLnBrk="0" hangingPunct="1">
              <a:lnSpc>
                <a:spcPct val="100000"/>
              </a:lnSpc>
              <a:spcBef>
                <a:spcPct val="0"/>
              </a:spcBef>
              <a:spcAft>
                <a:spcPct val="0"/>
              </a:spcAft>
              <a:buClrTx/>
              <a:buSzTx/>
              <a:buFontTx/>
              <a:buNone/>
              <a:tabLst/>
            </a:pPr>
            <a:endParaRPr kumimoji="0" lang="en-MY" sz="5800" b="0" i="0" u="none" strike="noStrike" cap="none" normalizeH="0" baseline="0">
              <a:ln>
                <a:noFill/>
              </a:ln>
              <a:solidFill>
                <a:schemeClr val="tx1"/>
              </a:solidFill>
              <a:effectLst/>
              <a:latin typeface="Arial" charset="0"/>
            </a:endParaRPr>
          </a:p>
        </p:txBody>
      </p:sp>
      <p:pic>
        <p:nvPicPr>
          <p:cNvPr id="6" name="Picture 5">
            <a:extLst>
              <a:ext uri="{FF2B5EF4-FFF2-40B4-BE49-F238E27FC236}">
                <a16:creationId xmlns:a16="http://schemas.microsoft.com/office/drawing/2014/main" id="{B0875FE3-92C7-8F10-676B-1D0574AD067F}"/>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4534070" y="25553773"/>
            <a:ext cx="360000" cy="360000"/>
          </a:xfrm>
          <a:prstGeom prst="rect">
            <a:avLst/>
          </a:prstGeom>
        </p:spPr>
      </p:pic>
    </p:spTree>
    <p:extLst>
      <p:ext uri="{BB962C8B-B14F-4D97-AF65-F5344CB8AC3E}">
        <p14:creationId xmlns:p14="http://schemas.microsoft.com/office/powerpoint/2010/main" val="4103559580"/>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2949575" rtl="0" eaLnBrk="1" fontAlgn="base" latinLnBrk="0" hangingPunct="1">
          <a:lnSpc>
            <a:spcPct val="100000"/>
          </a:lnSpc>
          <a:spcBef>
            <a:spcPct val="0"/>
          </a:spcBef>
          <a:spcAft>
            <a:spcPct val="0"/>
          </a:spcAft>
          <a:buClrTx/>
          <a:buSzTx/>
          <a:buFontTx/>
          <a:buNone/>
          <a:tabLst/>
          <a:defRPr kumimoji="0" lang="en-AU" sz="5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2949575" rtl="0" eaLnBrk="1" fontAlgn="base" latinLnBrk="0" hangingPunct="1">
          <a:lnSpc>
            <a:spcPct val="100000"/>
          </a:lnSpc>
          <a:spcBef>
            <a:spcPct val="0"/>
          </a:spcBef>
          <a:spcAft>
            <a:spcPct val="0"/>
          </a:spcAft>
          <a:buClrTx/>
          <a:buSzTx/>
          <a:buFontTx/>
          <a:buNone/>
          <a:tabLst/>
          <a:defRPr kumimoji="0" lang="en-AU" sz="5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f60403c-78cb-46fc-9c7a-c1b7131876f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3EBBBDC109A1C46B7F116605AC1FC71" ma:contentTypeVersion="5" ma:contentTypeDescription="Create a new document." ma:contentTypeScope="" ma:versionID="b10616e97d56497380398200d507e041">
  <xsd:schema xmlns:xsd="http://www.w3.org/2001/XMLSchema" xmlns:xs="http://www.w3.org/2001/XMLSchema" xmlns:p="http://schemas.microsoft.com/office/2006/metadata/properties" xmlns:ns3="ef60403c-78cb-46fc-9c7a-c1b7131876fd" targetNamespace="http://schemas.microsoft.com/office/2006/metadata/properties" ma:root="true" ma:fieldsID="4810c574285b16bc537435d309f285e2" ns3:_="">
    <xsd:import namespace="ef60403c-78cb-46fc-9c7a-c1b7131876fd"/>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60403c-78cb-46fc-9c7a-c1b7131876f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8D23ED-EB03-49EB-920A-4EAFE952440D}">
  <ds:schemaRefs>
    <ds:schemaRef ds:uri="http://schemas.microsoft.com/office/infopath/2007/PartnerControls"/>
    <ds:schemaRef ds:uri="http://www.w3.org/XML/1998/namespace"/>
    <ds:schemaRef ds:uri="http://purl.org/dc/dcmitype/"/>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ef60403c-78cb-46fc-9c7a-c1b7131876fd"/>
    <ds:schemaRef ds:uri="http://purl.org/dc/terms/"/>
  </ds:schemaRefs>
</ds:datastoreItem>
</file>

<file path=customXml/itemProps2.xml><?xml version="1.0" encoding="utf-8"?>
<ds:datastoreItem xmlns:ds="http://schemas.openxmlformats.org/officeDocument/2006/customXml" ds:itemID="{8EA86559-ED2D-424B-A1D4-E8F7B5F55F59}">
  <ds:schemaRefs>
    <ds:schemaRef ds:uri="ef60403c-78cb-46fc-9c7a-c1b7131876f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CBC00C7-0C0D-4A2B-BC9A-457689D7A5BA}">
  <ds:schemaRefs>
    <ds:schemaRef ds:uri="http://schemas.microsoft.com/sharepoint/v3/contenttype/forms"/>
  </ds:schemaRefs>
</ds:datastoreItem>
</file>

<file path=docMetadata/LabelInfo.xml><?xml version="1.0" encoding="utf-8"?>
<clbl:labelList xmlns:clbl="http://schemas.microsoft.com/office/2020/mipLabelMetadata">
  <clbl:label id="{b63ccca9-c1ef-42e5-8b5f-ba262db88ee1}" enabled="1" method="Standard" siteId="{3f639a9b-27c8-4403-82b1-ebfb88052d15}" removed="0"/>
</clbl:labelList>
</file>

<file path=docProps/app.xml><?xml version="1.0" encoding="utf-8"?>
<Properties xmlns="http://schemas.openxmlformats.org/officeDocument/2006/extended-properties" xmlns:vt="http://schemas.openxmlformats.org/officeDocument/2006/docPropsVTypes">
  <TotalTime>0</TotalTime>
  <Words>645</Words>
  <Application>Microsoft Office PowerPoint</Application>
  <PresentationFormat>Custom</PresentationFormat>
  <Paragraphs>72</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Arial Narrow</vt:lpstr>
      <vt:lpstr>Bahnschrift</vt:lpstr>
      <vt:lpstr>Calibri</vt:lpstr>
      <vt:lpstr>Funnel Display</vt:lpstr>
      <vt:lpstr>Open Sans</vt:lpstr>
      <vt:lpstr>Open Sans Light</vt:lpstr>
      <vt:lpstr>Open Sans SemiBold</vt:lpstr>
      <vt:lpstr>Default Design</vt:lpstr>
      <vt:lpstr>AI-Enabled Digital Health Platform for Chronic Disease Monitoring</vt:lpstr>
    </vt:vector>
  </TitlesOfParts>
  <Company>Swinburne University of Technology Sarawak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 Poster</dc:title>
  <dc:creator>HS Chua</dc:creator>
  <cp:lastModifiedBy>Alif Harriz BIN JEFFERY</cp:lastModifiedBy>
  <cp:revision>1</cp:revision>
  <dcterms:created xsi:type="dcterms:W3CDTF">2007-05-03T01:37:41Z</dcterms:created>
  <dcterms:modified xsi:type="dcterms:W3CDTF">2026-05-14T15:34:13Z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0x01010073EBBBDC109A1C46B7F116605AC1FC71</vt:lpwstr>
  </property>
</Properties>
</file>