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383625" cy="30275213"/>
  <p:notesSz cx="6669088" cy="9926638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sz="5799" kern="1200">
        <a:solidFill>
          <a:schemeClr val="tx1"/>
        </a:solidFill>
        <a:latin typeface="Arial" charset="0"/>
        <a:ea typeface="+mn-ea"/>
        <a:cs typeface="+mn-cs"/>
      </a:defRPr>
    </a:lvl1pPr>
    <a:lvl2pPr marL="457062" algn="l" rtl="0" fontAlgn="base">
      <a:spcBef>
        <a:spcPct val="0"/>
      </a:spcBef>
      <a:spcAft>
        <a:spcPct val="0"/>
      </a:spcAft>
      <a:defRPr sz="5799" kern="1200">
        <a:solidFill>
          <a:schemeClr val="tx1"/>
        </a:solidFill>
        <a:latin typeface="Arial" charset="0"/>
        <a:ea typeface="+mn-ea"/>
        <a:cs typeface="+mn-cs"/>
      </a:defRPr>
    </a:lvl2pPr>
    <a:lvl3pPr marL="914124" algn="l" rtl="0" fontAlgn="base">
      <a:spcBef>
        <a:spcPct val="0"/>
      </a:spcBef>
      <a:spcAft>
        <a:spcPct val="0"/>
      </a:spcAft>
      <a:defRPr sz="5799" kern="1200">
        <a:solidFill>
          <a:schemeClr val="tx1"/>
        </a:solidFill>
        <a:latin typeface="Arial" charset="0"/>
        <a:ea typeface="+mn-ea"/>
        <a:cs typeface="+mn-cs"/>
      </a:defRPr>
    </a:lvl3pPr>
    <a:lvl4pPr marL="1371186" algn="l" rtl="0" fontAlgn="base">
      <a:spcBef>
        <a:spcPct val="0"/>
      </a:spcBef>
      <a:spcAft>
        <a:spcPct val="0"/>
      </a:spcAft>
      <a:defRPr sz="5799" kern="1200">
        <a:solidFill>
          <a:schemeClr val="tx1"/>
        </a:solidFill>
        <a:latin typeface="Arial" charset="0"/>
        <a:ea typeface="+mn-ea"/>
        <a:cs typeface="+mn-cs"/>
      </a:defRPr>
    </a:lvl4pPr>
    <a:lvl5pPr marL="1828248" algn="l" rtl="0" fontAlgn="base">
      <a:spcBef>
        <a:spcPct val="0"/>
      </a:spcBef>
      <a:spcAft>
        <a:spcPct val="0"/>
      </a:spcAft>
      <a:defRPr sz="5799" kern="1200">
        <a:solidFill>
          <a:schemeClr val="tx1"/>
        </a:solidFill>
        <a:latin typeface="Arial" charset="0"/>
        <a:ea typeface="+mn-ea"/>
        <a:cs typeface="+mn-cs"/>
      </a:defRPr>
    </a:lvl5pPr>
    <a:lvl6pPr marL="2285309" algn="l" defTabSz="914124" rtl="0" eaLnBrk="1" latinLnBrk="0" hangingPunct="1">
      <a:defRPr sz="5799" kern="1200">
        <a:solidFill>
          <a:schemeClr val="tx1"/>
        </a:solidFill>
        <a:latin typeface="Arial" charset="0"/>
        <a:ea typeface="+mn-ea"/>
        <a:cs typeface="+mn-cs"/>
      </a:defRPr>
    </a:lvl6pPr>
    <a:lvl7pPr marL="2742371" algn="l" defTabSz="914124" rtl="0" eaLnBrk="1" latinLnBrk="0" hangingPunct="1">
      <a:defRPr sz="5799" kern="1200">
        <a:solidFill>
          <a:schemeClr val="tx1"/>
        </a:solidFill>
        <a:latin typeface="Arial" charset="0"/>
        <a:ea typeface="+mn-ea"/>
        <a:cs typeface="+mn-cs"/>
      </a:defRPr>
    </a:lvl7pPr>
    <a:lvl8pPr marL="3199433" algn="l" defTabSz="914124" rtl="0" eaLnBrk="1" latinLnBrk="0" hangingPunct="1">
      <a:defRPr sz="5799" kern="1200">
        <a:solidFill>
          <a:schemeClr val="tx1"/>
        </a:solidFill>
        <a:latin typeface="Arial" charset="0"/>
        <a:ea typeface="+mn-ea"/>
        <a:cs typeface="+mn-cs"/>
      </a:defRPr>
    </a:lvl8pPr>
    <a:lvl9pPr marL="3656495" algn="l" defTabSz="914124" rtl="0" eaLnBrk="1" latinLnBrk="0" hangingPunct="1">
      <a:defRPr sz="5799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7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3233"/>
    <a:srgbClr val="FF3300"/>
    <a:srgbClr val="FF0066"/>
    <a:srgbClr val="CC00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36D2D7-B65A-4723-99A8-BE53E606FA5B}" v="1" dt="2025-11-05T12:08:16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93" autoAdjust="0"/>
  </p:normalViewPr>
  <p:slideViewPr>
    <p:cSldViewPr>
      <p:cViewPr>
        <p:scale>
          <a:sx n="50" d="100"/>
          <a:sy n="50" d="100"/>
        </p:scale>
        <p:origin x="1428" y="-408"/>
      </p:cViewPr>
      <p:guideLst>
        <p:guide orient="horz" pos="9537"/>
        <p:guide pos="67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ChungShiong Loh" userId="1faafd1a-639e-4333-bf41-8f95cef821ad" providerId="ADAL" clId="{B89D3095-B184-4862-BEBA-CE0D36EDEC83}"/>
    <pc:docChg chg="modSld">
      <pc:chgData name="Brian ChungShiong Loh" userId="1faafd1a-639e-4333-bf41-8f95cef821ad" providerId="ADAL" clId="{B89D3095-B184-4862-BEBA-CE0D36EDEC83}" dt="2025-11-05T12:30:47.676" v="83" actId="6549"/>
      <pc:docMkLst>
        <pc:docMk/>
      </pc:docMkLst>
      <pc:sldChg chg="modSp mod">
        <pc:chgData name="Brian ChungShiong Loh" userId="1faafd1a-639e-4333-bf41-8f95cef821ad" providerId="ADAL" clId="{B89D3095-B184-4862-BEBA-CE0D36EDEC83}" dt="2025-11-05T12:30:47.676" v="83" actId="6549"/>
        <pc:sldMkLst>
          <pc:docMk/>
          <pc:sldMk cId="0" sldId="256"/>
        </pc:sldMkLst>
        <pc:spChg chg="mod">
          <ac:chgData name="Brian ChungShiong Loh" userId="1faafd1a-639e-4333-bf41-8f95cef821ad" providerId="ADAL" clId="{B89D3095-B184-4862-BEBA-CE0D36EDEC83}" dt="2025-11-05T12:09:23.489" v="82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rian ChungShiong Loh" userId="1faafd1a-639e-4333-bf41-8f95cef821ad" providerId="ADAL" clId="{B89D3095-B184-4862-BEBA-CE0D36EDEC83}" dt="2025-11-05T12:08:45.513" v="56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Brian ChungShiong Loh" userId="1faafd1a-639e-4333-bf41-8f95cef821ad" providerId="ADAL" clId="{B89D3095-B184-4862-BEBA-CE0D36EDEC83}" dt="2025-11-05T12:09:13.234" v="62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Brian ChungShiong Loh" userId="1faafd1a-639e-4333-bf41-8f95cef821ad" providerId="ADAL" clId="{B89D3095-B184-4862-BEBA-CE0D36EDEC83}" dt="2025-11-05T12:30:47.676" v="83" actId="6549"/>
          <ac:spMkLst>
            <pc:docMk/>
            <pc:sldMk cId="0" sldId="256"/>
            <ac:spMk id="14" creationId="{00000000-0000-0000-0000-000000000000}"/>
          </ac:spMkLst>
        </pc:spChg>
        <pc:spChg chg="mod">
          <ac:chgData name="Brian ChungShiong Loh" userId="1faafd1a-639e-4333-bf41-8f95cef821ad" providerId="ADAL" clId="{B89D3095-B184-4862-BEBA-CE0D36EDEC83}" dt="2025-11-05T12:07:48.783" v="35" actId="20577"/>
          <ac:spMkLst>
            <pc:docMk/>
            <pc:sldMk cId="0" sldId="256"/>
            <ac:spMk id="2050" creationId="{00000000-0000-0000-0000-000000000000}"/>
          </ac:spMkLst>
        </pc:spChg>
        <pc:spChg chg="mod">
          <ac:chgData name="Brian ChungShiong Loh" userId="1faafd1a-639e-4333-bf41-8f95cef821ad" providerId="ADAL" clId="{B89D3095-B184-4862-BEBA-CE0D36EDEC83}" dt="2025-11-05T12:08:19.928" v="46" actId="20577"/>
          <ac:spMkLst>
            <pc:docMk/>
            <pc:sldMk cId="0" sldId="256"/>
            <ac:spMk id="205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137" y="9404688"/>
            <a:ext cx="18177351" cy="64901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7863" y="17156643"/>
            <a:ext cx="14967902" cy="7736064"/>
          </a:xfrm>
        </p:spPr>
        <p:txBody>
          <a:bodyPr/>
          <a:lstStyle>
            <a:lvl1pPr marL="0" indent="0" algn="ctr">
              <a:buNone/>
              <a:defRPr/>
            </a:lvl1pPr>
            <a:lvl2pPr marL="456480" indent="0" algn="ctr">
              <a:buNone/>
              <a:defRPr/>
            </a:lvl2pPr>
            <a:lvl3pPr marL="912961" indent="0" algn="ctr">
              <a:buNone/>
              <a:defRPr/>
            </a:lvl3pPr>
            <a:lvl4pPr marL="1369441" indent="0" algn="ctr">
              <a:buNone/>
              <a:defRPr/>
            </a:lvl4pPr>
            <a:lvl5pPr marL="1825921" indent="0" algn="ctr">
              <a:buNone/>
              <a:defRPr/>
            </a:lvl5pPr>
            <a:lvl6pPr marL="2282401" indent="0" algn="ctr">
              <a:buNone/>
              <a:defRPr/>
            </a:lvl6pPr>
            <a:lvl7pPr marL="2738882" indent="0" algn="ctr">
              <a:buNone/>
              <a:defRPr/>
            </a:lvl7pPr>
            <a:lvl8pPr marL="3195361" indent="0" algn="ctr">
              <a:buNone/>
              <a:defRPr/>
            </a:lvl8pPr>
            <a:lvl9pPr marL="365184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317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7510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8851" y="19454577"/>
            <a:ext cx="18175764" cy="6013406"/>
          </a:xfrm>
        </p:spPr>
        <p:txBody>
          <a:bodyPr anchor="t"/>
          <a:lstStyle>
            <a:lvl1pPr algn="l">
              <a:defRPr sz="3993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8851" y="12832521"/>
            <a:ext cx="18175764" cy="6622056"/>
          </a:xfrm>
        </p:spPr>
        <p:txBody>
          <a:bodyPr anchor="b"/>
          <a:lstStyle>
            <a:lvl1pPr marL="0" indent="0">
              <a:buNone/>
              <a:defRPr sz="1997"/>
            </a:lvl1pPr>
            <a:lvl2pPr marL="456480" indent="0">
              <a:buNone/>
              <a:defRPr sz="1797"/>
            </a:lvl2pPr>
            <a:lvl3pPr marL="912961" indent="0">
              <a:buNone/>
              <a:defRPr sz="1598"/>
            </a:lvl3pPr>
            <a:lvl4pPr marL="1369441" indent="0">
              <a:buNone/>
              <a:defRPr sz="1398"/>
            </a:lvl4pPr>
            <a:lvl5pPr marL="1825921" indent="0">
              <a:buNone/>
              <a:defRPr sz="1398"/>
            </a:lvl5pPr>
            <a:lvl6pPr marL="2282401" indent="0">
              <a:buNone/>
              <a:defRPr sz="1398"/>
            </a:lvl6pPr>
            <a:lvl7pPr marL="2738882" indent="0">
              <a:buNone/>
              <a:defRPr sz="1398"/>
            </a:lvl7pPr>
            <a:lvl8pPr marL="3195361" indent="0">
              <a:buNone/>
              <a:defRPr sz="1398"/>
            </a:lvl8pPr>
            <a:lvl9pPr marL="3651842" indent="0">
              <a:buNone/>
              <a:defRPr sz="13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711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340" y="4683275"/>
            <a:ext cx="9531523" cy="23057218"/>
          </a:xfrm>
        </p:spPr>
        <p:txBody>
          <a:bodyPr/>
          <a:lstStyle>
            <a:lvl1pPr>
              <a:defRPr sz="2796"/>
            </a:lvl1pPr>
            <a:lvl2pPr>
              <a:defRPr sz="2396"/>
            </a:lvl2pPr>
            <a:lvl3pPr>
              <a:defRPr sz="1997"/>
            </a:lvl3pPr>
            <a:lvl4pPr>
              <a:defRPr sz="1797"/>
            </a:lvl4pPr>
            <a:lvl5pPr>
              <a:defRPr sz="1797"/>
            </a:lvl5pPr>
            <a:lvl6pPr>
              <a:defRPr sz="1797"/>
            </a:lvl6pPr>
            <a:lvl7pPr>
              <a:defRPr sz="1797"/>
            </a:lvl7pPr>
            <a:lvl8pPr>
              <a:defRPr sz="1797"/>
            </a:lvl8pPr>
            <a:lvl9pPr>
              <a:defRPr sz="17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63241" y="4683275"/>
            <a:ext cx="9531522" cy="23057218"/>
          </a:xfrm>
        </p:spPr>
        <p:txBody>
          <a:bodyPr/>
          <a:lstStyle>
            <a:lvl1pPr>
              <a:defRPr sz="2796"/>
            </a:lvl1pPr>
            <a:lvl2pPr>
              <a:defRPr sz="2396"/>
            </a:lvl2pPr>
            <a:lvl3pPr>
              <a:defRPr sz="1997"/>
            </a:lvl3pPr>
            <a:lvl4pPr>
              <a:defRPr sz="1797"/>
            </a:lvl4pPr>
            <a:lvl5pPr>
              <a:defRPr sz="1797"/>
            </a:lvl5pPr>
            <a:lvl6pPr>
              <a:defRPr sz="1797"/>
            </a:lvl6pPr>
            <a:lvl7pPr>
              <a:defRPr sz="1797"/>
            </a:lvl7pPr>
            <a:lvl8pPr>
              <a:defRPr sz="1797"/>
            </a:lvl8pPr>
            <a:lvl9pPr>
              <a:defRPr sz="17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1556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6" y="1212535"/>
            <a:ext cx="19243993" cy="504560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17" y="6776207"/>
            <a:ext cx="9447397" cy="2825539"/>
          </a:xfrm>
        </p:spPr>
        <p:txBody>
          <a:bodyPr anchor="b"/>
          <a:lstStyle>
            <a:lvl1pPr marL="0" indent="0">
              <a:buNone/>
              <a:defRPr sz="2396" b="1"/>
            </a:lvl1pPr>
            <a:lvl2pPr marL="456480" indent="0">
              <a:buNone/>
              <a:defRPr sz="1997" b="1"/>
            </a:lvl2pPr>
            <a:lvl3pPr marL="912961" indent="0">
              <a:buNone/>
              <a:defRPr sz="1797" b="1"/>
            </a:lvl3pPr>
            <a:lvl4pPr marL="1369441" indent="0">
              <a:buNone/>
              <a:defRPr sz="1598" b="1"/>
            </a:lvl4pPr>
            <a:lvl5pPr marL="1825921" indent="0">
              <a:buNone/>
              <a:defRPr sz="1598" b="1"/>
            </a:lvl5pPr>
            <a:lvl6pPr marL="2282401" indent="0">
              <a:buNone/>
              <a:defRPr sz="1598" b="1"/>
            </a:lvl6pPr>
            <a:lvl7pPr marL="2738882" indent="0">
              <a:buNone/>
              <a:defRPr sz="1598" b="1"/>
            </a:lvl7pPr>
            <a:lvl8pPr marL="3195361" indent="0">
              <a:buNone/>
              <a:defRPr sz="1598" b="1"/>
            </a:lvl8pPr>
            <a:lvl9pPr marL="3651842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17" y="9601745"/>
            <a:ext cx="9447397" cy="17442693"/>
          </a:xfrm>
        </p:spPr>
        <p:txBody>
          <a:bodyPr/>
          <a:lstStyle>
            <a:lvl1pPr>
              <a:defRPr sz="2396"/>
            </a:lvl1pPr>
            <a:lvl2pPr>
              <a:defRPr sz="1997"/>
            </a:lvl2pPr>
            <a:lvl3pPr>
              <a:defRPr sz="1797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3239" y="6776207"/>
            <a:ext cx="9450572" cy="2825539"/>
          </a:xfrm>
        </p:spPr>
        <p:txBody>
          <a:bodyPr anchor="b"/>
          <a:lstStyle>
            <a:lvl1pPr marL="0" indent="0">
              <a:buNone/>
              <a:defRPr sz="2396" b="1"/>
            </a:lvl1pPr>
            <a:lvl2pPr marL="456480" indent="0">
              <a:buNone/>
              <a:defRPr sz="1997" b="1"/>
            </a:lvl2pPr>
            <a:lvl3pPr marL="912961" indent="0">
              <a:buNone/>
              <a:defRPr sz="1797" b="1"/>
            </a:lvl3pPr>
            <a:lvl4pPr marL="1369441" indent="0">
              <a:buNone/>
              <a:defRPr sz="1598" b="1"/>
            </a:lvl4pPr>
            <a:lvl5pPr marL="1825921" indent="0">
              <a:buNone/>
              <a:defRPr sz="1598" b="1"/>
            </a:lvl5pPr>
            <a:lvl6pPr marL="2282401" indent="0">
              <a:buNone/>
              <a:defRPr sz="1598" b="1"/>
            </a:lvl6pPr>
            <a:lvl7pPr marL="2738882" indent="0">
              <a:buNone/>
              <a:defRPr sz="1598" b="1"/>
            </a:lvl7pPr>
            <a:lvl8pPr marL="3195361" indent="0">
              <a:buNone/>
              <a:defRPr sz="1598" b="1"/>
            </a:lvl8pPr>
            <a:lvl9pPr marL="3651842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3239" y="9601745"/>
            <a:ext cx="9450572" cy="17442693"/>
          </a:xfrm>
        </p:spPr>
        <p:txBody>
          <a:bodyPr/>
          <a:lstStyle>
            <a:lvl1pPr>
              <a:defRPr sz="2396"/>
            </a:lvl1pPr>
            <a:lvl2pPr>
              <a:defRPr sz="1997"/>
            </a:lvl2pPr>
            <a:lvl3pPr>
              <a:defRPr sz="1797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745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615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70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6" y="1206178"/>
            <a:ext cx="7034756" cy="5129830"/>
          </a:xfrm>
        </p:spPr>
        <p:txBody>
          <a:bodyPr anchor="b"/>
          <a:lstStyle>
            <a:lvl1pPr algn="l">
              <a:defRPr sz="1997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0122" y="1206179"/>
            <a:ext cx="11953687" cy="25838259"/>
          </a:xfrm>
        </p:spPr>
        <p:txBody>
          <a:bodyPr/>
          <a:lstStyle>
            <a:lvl1pPr>
              <a:defRPr sz="3195"/>
            </a:lvl1pPr>
            <a:lvl2pPr>
              <a:defRPr sz="2796"/>
            </a:lvl2pPr>
            <a:lvl3pPr>
              <a:defRPr sz="2396"/>
            </a:lvl3pPr>
            <a:lvl4pPr>
              <a:defRPr sz="1997"/>
            </a:lvl4pPr>
            <a:lvl5pPr>
              <a:defRPr sz="1997"/>
            </a:lvl5pPr>
            <a:lvl6pPr>
              <a:defRPr sz="1997"/>
            </a:lvl6pPr>
            <a:lvl7pPr>
              <a:defRPr sz="1997"/>
            </a:lvl7pPr>
            <a:lvl8pPr>
              <a:defRPr sz="1997"/>
            </a:lvl8pPr>
            <a:lvl9pPr>
              <a:defRPr sz="19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816" y="6336008"/>
            <a:ext cx="7034756" cy="20708429"/>
          </a:xfrm>
        </p:spPr>
        <p:txBody>
          <a:bodyPr/>
          <a:lstStyle>
            <a:lvl1pPr marL="0" indent="0">
              <a:buNone/>
              <a:defRPr sz="1398"/>
            </a:lvl1pPr>
            <a:lvl2pPr marL="456480" indent="0">
              <a:buNone/>
              <a:defRPr sz="1198"/>
            </a:lvl2pPr>
            <a:lvl3pPr marL="912961" indent="0">
              <a:buNone/>
              <a:defRPr sz="999"/>
            </a:lvl3pPr>
            <a:lvl4pPr marL="1369441" indent="0">
              <a:buNone/>
              <a:defRPr sz="898"/>
            </a:lvl4pPr>
            <a:lvl5pPr marL="1825921" indent="0">
              <a:buNone/>
              <a:defRPr sz="898"/>
            </a:lvl5pPr>
            <a:lvl6pPr marL="2282401" indent="0">
              <a:buNone/>
              <a:defRPr sz="898"/>
            </a:lvl6pPr>
            <a:lvl7pPr marL="2738882" indent="0">
              <a:buNone/>
              <a:defRPr sz="898"/>
            </a:lvl7pPr>
            <a:lvl8pPr marL="3195361" indent="0">
              <a:buNone/>
              <a:defRPr sz="898"/>
            </a:lvl8pPr>
            <a:lvl9pPr marL="3651842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41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966" y="21193126"/>
            <a:ext cx="12829857" cy="2501349"/>
          </a:xfrm>
        </p:spPr>
        <p:txBody>
          <a:bodyPr anchor="b"/>
          <a:lstStyle>
            <a:lvl1pPr algn="l">
              <a:defRPr sz="1997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966" y="2704762"/>
            <a:ext cx="12829857" cy="18165764"/>
          </a:xfrm>
        </p:spPr>
        <p:txBody>
          <a:bodyPr/>
          <a:lstStyle>
            <a:lvl1pPr marL="0" indent="0">
              <a:buNone/>
              <a:defRPr sz="3195"/>
            </a:lvl1pPr>
            <a:lvl2pPr marL="456480" indent="0">
              <a:buNone/>
              <a:defRPr sz="2796"/>
            </a:lvl2pPr>
            <a:lvl3pPr marL="912961" indent="0">
              <a:buNone/>
              <a:defRPr sz="2396"/>
            </a:lvl3pPr>
            <a:lvl4pPr marL="1369441" indent="0">
              <a:buNone/>
              <a:defRPr sz="1997"/>
            </a:lvl4pPr>
            <a:lvl5pPr marL="1825921" indent="0">
              <a:buNone/>
              <a:defRPr sz="1997"/>
            </a:lvl5pPr>
            <a:lvl6pPr marL="2282401" indent="0">
              <a:buNone/>
              <a:defRPr sz="1997"/>
            </a:lvl6pPr>
            <a:lvl7pPr marL="2738882" indent="0">
              <a:buNone/>
              <a:defRPr sz="1997"/>
            </a:lvl7pPr>
            <a:lvl8pPr marL="3195361" indent="0">
              <a:buNone/>
              <a:defRPr sz="1997"/>
            </a:lvl8pPr>
            <a:lvl9pPr marL="3651842" indent="0">
              <a:buNone/>
              <a:defRPr sz="1997"/>
            </a:lvl9pPr>
          </a:lstStyle>
          <a:p>
            <a:pPr lvl="0"/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966" y="23694475"/>
            <a:ext cx="12829857" cy="3553376"/>
          </a:xfrm>
        </p:spPr>
        <p:txBody>
          <a:bodyPr/>
          <a:lstStyle>
            <a:lvl1pPr marL="0" indent="0">
              <a:buNone/>
              <a:defRPr sz="1398"/>
            </a:lvl1pPr>
            <a:lvl2pPr marL="456480" indent="0">
              <a:buNone/>
              <a:defRPr sz="1198"/>
            </a:lvl2pPr>
            <a:lvl3pPr marL="912961" indent="0">
              <a:buNone/>
              <a:defRPr sz="999"/>
            </a:lvl3pPr>
            <a:lvl4pPr marL="1369441" indent="0">
              <a:buNone/>
              <a:defRPr sz="898"/>
            </a:lvl4pPr>
            <a:lvl5pPr marL="1825921" indent="0">
              <a:buNone/>
              <a:defRPr sz="898"/>
            </a:lvl5pPr>
            <a:lvl6pPr marL="2282401" indent="0">
              <a:buNone/>
              <a:defRPr sz="898"/>
            </a:lvl6pPr>
            <a:lvl7pPr marL="2738882" indent="0">
              <a:buNone/>
              <a:defRPr sz="898"/>
            </a:lvl7pPr>
            <a:lvl8pPr marL="3195361" indent="0">
              <a:buNone/>
              <a:defRPr sz="898"/>
            </a:lvl8pPr>
            <a:lvl9pPr marL="3651842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71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865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341" y="1080918"/>
            <a:ext cx="19215422" cy="3061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95022" tIns="147511" rIns="295022" bIns="1475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Project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341" y="4683977"/>
            <a:ext cx="19215422" cy="23056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95022" tIns="147511" rIns="295022" bIns="1475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pic>
        <p:nvPicPr>
          <p:cNvPr id="1028" name="Picture 2" descr="crest_30pc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85" b="2248"/>
          <a:stretch>
            <a:fillRect/>
          </a:stretch>
        </p:blipFill>
        <p:spPr bwMode="auto">
          <a:xfrm>
            <a:off x="18323380" y="522206"/>
            <a:ext cx="2450736" cy="3599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9"/>
          <p:cNvSpPr>
            <a:spLocks noChangeArrowheads="1"/>
          </p:cNvSpPr>
          <p:nvPr userDrawn="1"/>
        </p:nvSpPr>
        <p:spPr bwMode="auto">
          <a:xfrm>
            <a:off x="539670" y="539666"/>
            <a:ext cx="20301111" cy="29191122"/>
          </a:xfrm>
          <a:prstGeom prst="rect">
            <a:avLst/>
          </a:prstGeom>
          <a:noFill/>
          <a:ln w="76200">
            <a:solidFill>
              <a:srgbClr val="E532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5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5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5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5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5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MY" altLang="en-US" sz="5791"/>
          </a:p>
        </p:txBody>
      </p:sp>
      <p:pic>
        <p:nvPicPr>
          <p:cNvPr id="7" name="Picture 6"/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75915" y="576173"/>
            <a:ext cx="1799733" cy="35994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ctr" defTabSz="2944931" rtl="0" eaLnBrk="0" fontAlgn="base" hangingPunct="0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+mj-lt"/>
          <a:ea typeface="+mj-ea"/>
          <a:cs typeface="+mj-cs"/>
        </a:defRPr>
      </a:lvl1pPr>
      <a:lvl2pPr algn="ctr" defTabSz="2944931" rtl="0" eaLnBrk="0" fontAlgn="base" hangingPunct="0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Arial" charset="0"/>
        </a:defRPr>
      </a:lvl2pPr>
      <a:lvl3pPr algn="ctr" defTabSz="2944931" rtl="0" eaLnBrk="0" fontAlgn="base" hangingPunct="0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Arial" charset="0"/>
        </a:defRPr>
      </a:lvl3pPr>
      <a:lvl4pPr algn="ctr" defTabSz="2944931" rtl="0" eaLnBrk="0" fontAlgn="base" hangingPunct="0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Arial" charset="0"/>
        </a:defRPr>
      </a:lvl4pPr>
      <a:lvl5pPr algn="ctr" defTabSz="2944931" rtl="0" eaLnBrk="0" fontAlgn="base" hangingPunct="0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Arial" charset="0"/>
        </a:defRPr>
      </a:lvl5pPr>
      <a:lvl6pPr marL="456480" algn="ctr" defTabSz="2944931" rtl="0" fontAlgn="base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Arial" charset="0"/>
        </a:defRPr>
      </a:lvl6pPr>
      <a:lvl7pPr marL="912961" algn="ctr" defTabSz="2944931" rtl="0" fontAlgn="base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Arial" charset="0"/>
        </a:defRPr>
      </a:lvl7pPr>
      <a:lvl8pPr marL="1369441" algn="ctr" defTabSz="2944931" rtl="0" fontAlgn="base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Arial" charset="0"/>
        </a:defRPr>
      </a:lvl8pPr>
      <a:lvl9pPr marL="1825921" algn="ctr" defTabSz="2944931" rtl="0" fontAlgn="base">
        <a:spcBef>
          <a:spcPct val="0"/>
        </a:spcBef>
        <a:spcAft>
          <a:spcPct val="0"/>
        </a:spcAft>
        <a:defRPr sz="7189" b="1">
          <a:solidFill>
            <a:schemeClr val="tx2"/>
          </a:solidFill>
          <a:latin typeface="Arial" charset="0"/>
        </a:defRPr>
      </a:lvl9pPr>
    </p:titleStyle>
    <p:bodyStyle>
      <a:lvl1pPr marL="1104746" indent="-1104746" algn="l" defTabSz="2944931" rtl="0" eaLnBrk="0" fontAlgn="base" hangingPunct="0">
        <a:spcBef>
          <a:spcPct val="20000"/>
        </a:spcBef>
        <a:spcAft>
          <a:spcPct val="0"/>
        </a:spcAft>
        <a:buChar char="•"/>
        <a:defRPr sz="4792">
          <a:solidFill>
            <a:schemeClr val="tx1"/>
          </a:solidFill>
          <a:latin typeface="+mn-lt"/>
          <a:ea typeface="+mn-ea"/>
          <a:cs typeface="+mn-cs"/>
        </a:defRPr>
      </a:lvl1pPr>
      <a:lvl2pPr marL="2393351" indent="-920886" algn="l" defTabSz="2944931" rtl="0" eaLnBrk="0" fontAlgn="base" hangingPunct="0">
        <a:spcBef>
          <a:spcPct val="20000"/>
        </a:spcBef>
        <a:spcAft>
          <a:spcPct val="0"/>
        </a:spcAft>
        <a:buChar char="–"/>
        <a:defRPr sz="4792">
          <a:solidFill>
            <a:schemeClr val="tx1"/>
          </a:solidFill>
          <a:latin typeface="+mn-lt"/>
        </a:defRPr>
      </a:lvl2pPr>
      <a:lvl3pPr marL="3681957" indent="-737026" algn="l" defTabSz="2944931" rtl="0" eaLnBrk="0" fontAlgn="base" hangingPunct="0">
        <a:spcBef>
          <a:spcPct val="20000"/>
        </a:spcBef>
        <a:spcAft>
          <a:spcPct val="0"/>
        </a:spcAft>
        <a:buChar char="•"/>
        <a:defRPr sz="4792">
          <a:solidFill>
            <a:schemeClr val="tx1"/>
          </a:solidFill>
          <a:latin typeface="+mn-lt"/>
        </a:defRPr>
      </a:lvl3pPr>
      <a:lvl4pPr marL="5154423" indent="-735441" algn="l" defTabSz="2944931" rtl="0" eaLnBrk="0" fontAlgn="base" hangingPunct="0">
        <a:spcBef>
          <a:spcPct val="20000"/>
        </a:spcBef>
        <a:spcAft>
          <a:spcPct val="0"/>
        </a:spcAft>
        <a:buChar char="–"/>
        <a:defRPr sz="4792">
          <a:solidFill>
            <a:schemeClr val="tx1"/>
          </a:solidFill>
          <a:latin typeface="+mn-lt"/>
        </a:defRPr>
      </a:lvl4pPr>
      <a:lvl5pPr marL="6626889" indent="-735441" algn="l" defTabSz="2944931" rtl="0" eaLnBrk="0" fontAlgn="base" hangingPunct="0">
        <a:spcBef>
          <a:spcPct val="20000"/>
        </a:spcBef>
        <a:spcAft>
          <a:spcPct val="0"/>
        </a:spcAft>
        <a:buChar char="»"/>
        <a:defRPr sz="4792">
          <a:solidFill>
            <a:schemeClr val="tx1"/>
          </a:solidFill>
          <a:latin typeface="+mn-lt"/>
        </a:defRPr>
      </a:lvl5pPr>
      <a:lvl6pPr marL="7083369" indent="-735441" algn="l" defTabSz="2944931" rtl="0" fontAlgn="base">
        <a:spcBef>
          <a:spcPct val="20000"/>
        </a:spcBef>
        <a:spcAft>
          <a:spcPct val="0"/>
        </a:spcAft>
        <a:buChar char="»"/>
        <a:defRPr sz="4792">
          <a:solidFill>
            <a:schemeClr val="tx1"/>
          </a:solidFill>
          <a:latin typeface="+mn-lt"/>
        </a:defRPr>
      </a:lvl6pPr>
      <a:lvl7pPr marL="7539849" indent="-735441" algn="l" defTabSz="2944931" rtl="0" fontAlgn="base">
        <a:spcBef>
          <a:spcPct val="20000"/>
        </a:spcBef>
        <a:spcAft>
          <a:spcPct val="0"/>
        </a:spcAft>
        <a:buChar char="»"/>
        <a:defRPr sz="4792">
          <a:solidFill>
            <a:schemeClr val="tx1"/>
          </a:solidFill>
          <a:latin typeface="+mn-lt"/>
        </a:defRPr>
      </a:lvl7pPr>
      <a:lvl8pPr marL="7996330" indent="-735441" algn="l" defTabSz="2944931" rtl="0" fontAlgn="base">
        <a:spcBef>
          <a:spcPct val="20000"/>
        </a:spcBef>
        <a:spcAft>
          <a:spcPct val="0"/>
        </a:spcAft>
        <a:buChar char="»"/>
        <a:defRPr sz="4792">
          <a:solidFill>
            <a:schemeClr val="tx1"/>
          </a:solidFill>
          <a:latin typeface="+mn-lt"/>
        </a:defRPr>
      </a:lvl8pPr>
      <a:lvl9pPr marL="8452810" indent="-735441" algn="l" defTabSz="2944931" rtl="0" fontAlgn="base">
        <a:spcBef>
          <a:spcPct val="20000"/>
        </a:spcBef>
        <a:spcAft>
          <a:spcPct val="0"/>
        </a:spcAft>
        <a:buChar char="»"/>
        <a:defRPr sz="4792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56480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2pPr>
      <a:lvl3pPr marL="912961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1369441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4pPr>
      <a:lvl5pPr marL="1825921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5pPr>
      <a:lvl6pPr marL="2282401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738882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195361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651842" algn="l" defTabSz="912961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 txBox="1">
            <a:spLocks/>
          </p:cNvSpPr>
          <p:nvPr/>
        </p:nvSpPr>
        <p:spPr bwMode="auto">
          <a:xfrm>
            <a:off x="2422773" y="2195932"/>
            <a:ext cx="16030876" cy="719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9437" tIns="179719" rIns="359437" bIns="179719" anchor="ctr"/>
          <a:lstStyle>
            <a:lvl1pPr defTabSz="4175125"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175125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175125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175125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175125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175125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175125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175125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175125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altLang="en-US" sz="2825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 Name, Liaison/Supervisor*</a:t>
            </a:r>
            <a:endParaRPr lang="en-MY" altLang="en-US" sz="2825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51" name="Title 1"/>
          <p:cNvSpPr txBox="1">
            <a:spLocks/>
          </p:cNvSpPr>
          <p:nvPr/>
        </p:nvSpPr>
        <p:spPr bwMode="auto">
          <a:xfrm>
            <a:off x="2422773" y="2699968"/>
            <a:ext cx="16030876" cy="1634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9437" tIns="179719" rIns="359437" bIns="179719" anchor="ctr"/>
          <a:lstStyle>
            <a:lvl1pPr defTabSz="4175125"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175125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175125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175125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175125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175125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175125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175125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175125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MY" altLang="en-US" sz="226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Faculty of Engineering, Computing and Science</a:t>
            </a:r>
          </a:p>
          <a:p>
            <a:pPr algn="ctr"/>
            <a:r>
              <a:rPr lang="en-MY" altLang="en-US" sz="226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Swinburne University of Technology Sarawak Campus</a:t>
            </a:r>
          </a:p>
          <a:p>
            <a:pPr algn="ctr">
              <a:lnSpc>
                <a:spcPct val="150000"/>
              </a:lnSpc>
              <a:spcBef>
                <a:spcPts val="424"/>
              </a:spcBef>
            </a:pPr>
            <a:r>
              <a:rPr lang="en-US" altLang="en-US" sz="2260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*Email: liaison@swinburne.edu.my, supervisor@swinburne.edu.my</a:t>
            </a:r>
            <a:endParaRPr lang="en-MY" altLang="en-US" sz="2260" i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52" name="Title 1"/>
          <p:cNvSpPr>
            <a:spLocks noGrp="1"/>
          </p:cNvSpPr>
          <p:nvPr>
            <p:ph type="title"/>
          </p:nvPr>
        </p:nvSpPr>
        <p:spPr>
          <a:xfrm>
            <a:off x="2422773" y="596649"/>
            <a:ext cx="16030876" cy="1814846"/>
          </a:xfrm>
        </p:spPr>
        <p:txBody>
          <a:bodyPr vert="horz" wrap="square" lIns="359437" tIns="179719" rIns="359437" bIns="179719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238" dirty="0">
                <a:solidFill>
                  <a:srgbClr val="E53233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Project title goes here</a:t>
            </a:r>
            <a:br>
              <a:rPr lang="en-US" altLang="en-US" sz="4238" dirty="0">
                <a:solidFill>
                  <a:srgbClr val="E53233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</a:br>
            <a:r>
              <a:rPr lang="en-US" altLang="en-US" sz="4238" dirty="0">
                <a:solidFill>
                  <a:srgbClr val="E53233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and here</a:t>
            </a:r>
            <a:endParaRPr lang="en-MY" altLang="en-US" sz="4238" dirty="0">
              <a:solidFill>
                <a:srgbClr val="E53233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 bwMode="auto">
          <a:xfrm>
            <a:off x="703569" y="4334122"/>
            <a:ext cx="9845386" cy="4954605"/>
          </a:xfrm>
          <a:prstGeom prst="rect">
            <a:avLst/>
          </a:prstGeom>
          <a:ln w="38100">
            <a:solidFill>
              <a:srgbClr val="E5323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54271" tIns="127135" rIns="254271" bIns="127135">
            <a:normAutofit/>
          </a:bodyPr>
          <a:lstStyle>
            <a:lvl1pPr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2944931">
              <a:spcBef>
                <a:spcPts val="424"/>
              </a:spcBef>
              <a:spcAft>
                <a:spcPts val="848"/>
              </a:spcAft>
            </a:pPr>
            <a:r>
              <a:rPr lang="en-US" altLang="en-US" sz="3390" b="1" dirty="0">
                <a:solidFill>
                  <a:srgbClr val="E532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Introduction</a:t>
            </a:r>
            <a:endParaRPr lang="en-US" altLang="en-US" sz="1978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  <a:ea typeface="Open Sans SemiBold" panose="020B0706030804020204" pitchFamily="34" charset="0"/>
              <a:cs typeface="Calibri" pitchFamily="34" charset="0"/>
            </a:endParaRPr>
          </a:p>
          <a:p>
            <a:pPr algn="just" defTabSz="2944931">
              <a:spcBef>
                <a:spcPct val="20000"/>
              </a:spcBef>
            </a:pPr>
            <a:r>
              <a:rPr lang="en-US" altLang="fr-FR" sz="2260" dirty="0">
                <a:latin typeface="Arial Narrow" panose="020B0606020202030204" pitchFamily="34" charset="0"/>
              </a:rPr>
              <a:t>This template was designed to produce a 594mm x 841mm (A1 size) poster in portrait  orientation. You can modify/add/remove the sections and modify the headings and box size as needed.</a:t>
            </a:r>
          </a:p>
          <a:p>
            <a:pPr algn="just" defTabSz="2944931">
              <a:spcBef>
                <a:spcPct val="20000"/>
              </a:spcBef>
            </a:pPr>
            <a:r>
              <a:rPr lang="en-US" altLang="fr-FR" sz="2260" dirty="0">
                <a:latin typeface="Arial Narrow" panose="020B0606020202030204" pitchFamily="34" charset="0"/>
              </a:rPr>
              <a:t>Making use of this template will ensure that your poster will look professional, easy to read and save you valuable time in the layout of your presentation.</a:t>
            </a:r>
          </a:p>
          <a:p>
            <a:pPr algn="just" defTabSz="2944931">
              <a:spcBef>
                <a:spcPct val="20000"/>
              </a:spcBef>
            </a:pPr>
            <a:endParaRPr lang="en-MY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r>
              <a:rPr lang="en-MY" altLang="en-US" sz="2260" dirty="0">
                <a:latin typeface="Arial Narrow" panose="020B0606020202030204" pitchFamily="34" charset="0"/>
              </a:rPr>
              <a:t>Provide an introduction/overview/background of the project </a:t>
            </a:r>
            <a:endParaRPr lang="en-US" altLang="en-US" sz="2260" dirty="0">
              <a:latin typeface="Arial Narrow" panose="020B0606020202030204" pitchFamily="34" charset="0"/>
            </a:endParaRPr>
          </a:p>
        </p:txBody>
      </p:sp>
      <p:sp>
        <p:nvSpPr>
          <p:cNvPr id="13" name="Subtitle 2"/>
          <p:cNvSpPr txBox="1">
            <a:spLocks/>
          </p:cNvSpPr>
          <p:nvPr/>
        </p:nvSpPr>
        <p:spPr bwMode="auto">
          <a:xfrm>
            <a:off x="10764093" y="4334121"/>
            <a:ext cx="9915963" cy="18076270"/>
          </a:xfrm>
          <a:prstGeom prst="rect">
            <a:avLst/>
          </a:prstGeom>
          <a:ln w="38100">
            <a:solidFill>
              <a:srgbClr val="E5323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54271" tIns="127135" rIns="254271" bIns="127135">
            <a:normAutofit/>
          </a:bodyPr>
          <a:lstStyle>
            <a:lvl1pPr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2944931">
              <a:spcBef>
                <a:spcPts val="424"/>
              </a:spcBef>
              <a:spcAft>
                <a:spcPts val="848"/>
              </a:spcAft>
            </a:pPr>
            <a:r>
              <a:rPr lang="en-US" altLang="en-US" sz="3390" b="1" dirty="0">
                <a:solidFill>
                  <a:srgbClr val="E532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Methodology</a:t>
            </a:r>
          </a:p>
          <a:p>
            <a:pPr algn="just" defTabSz="2944931">
              <a:spcBef>
                <a:spcPct val="20000"/>
              </a:spcBef>
            </a:pPr>
            <a:r>
              <a:rPr lang="en-MY" altLang="en-US" sz="2260" dirty="0">
                <a:latin typeface="Arial Narrow" panose="020B0606020202030204" pitchFamily="34" charset="0"/>
              </a:rPr>
              <a:t>Discussion on the proposed plan and methodology for design and implementation </a:t>
            </a: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r>
              <a:rPr lang="en-MY" altLang="en-US" sz="2260" dirty="0">
                <a:latin typeface="Arial Narrow" panose="020B0606020202030204" pitchFamily="34" charset="0"/>
              </a:rPr>
              <a:t> </a:t>
            </a: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703569" y="26479347"/>
            <a:ext cx="9845386" cy="3051590"/>
          </a:xfrm>
          <a:prstGeom prst="rect">
            <a:avLst/>
          </a:prstGeom>
          <a:ln w="38100">
            <a:solidFill>
              <a:srgbClr val="E5323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54271" tIns="127135" rIns="254271" bIns="127135">
            <a:normAutofit/>
          </a:bodyPr>
          <a:lstStyle>
            <a:lvl1pPr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2944931">
              <a:spcBef>
                <a:spcPts val="424"/>
              </a:spcBef>
              <a:spcAft>
                <a:spcPts val="848"/>
              </a:spcAft>
            </a:pPr>
            <a:r>
              <a:rPr lang="en-US" altLang="en-US" sz="3390" b="1" dirty="0">
                <a:solidFill>
                  <a:srgbClr val="E532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References</a:t>
            </a:r>
          </a:p>
          <a:p>
            <a:pPr marL="188370" indent="-188370" algn="just" defTabSz="294493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260" dirty="0">
                <a:latin typeface="Arial Narrow" panose="020B0606020202030204" pitchFamily="34" charset="0"/>
              </a:rPr>
              <a:t>Include maximum 4 most relevant references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703569" y="14548492"/>
            <a:ext cx="9845386" cy="11778276"/>
          </a:xfrm>
          <a:prstGeom prst="rect">
            <a:avLst/>
          </a:prstGeom>
          <a:ln w="38100">
            <a:solidFill>
              <a:srgbClr val="E5323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54271" tIns="127135" rIns="254271" bIns="127135">
            <a:normAutofit/>
          </a:bodyPr>
          <a:lstStyle>
            <a:lvl1pPr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2944931">
              <a:spcBef>
                <a:spcPts val="424"/>
              </a:spcBef>
              <a:spcAft>
                <a:spcPts val="848"/>
              </a:spcAft>
            </a:pPr>
            <a:r>
              <a:rPr lang="en-US" altLang="en-US" sz="3390" b="1" dirty="0">
                <a:solidFill>
                  <a:srgbClr val="E532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Literature Review</a:t>
            </a:r>
            <a:endParaRPr lang="en-US" altLang="en-US" sz="989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r>
              <a:rPr lang="en-MY" altLang="en-US" sz="2260" dirty="0">
                <a:latin typeface="Arial Narrow" panose="020B0606020202030204" pitchFamily="34" charset="0"/>
              </a:rPr>
              <a:t>Discussion on the current state of the art on the particular area of the project</a:t>
            </a: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 bwMode="auto">
          <a:xfrm>
            <a:off x="10764093" y="26479347"/>
            <a:ext cx="9915963" cy="3051590"/>
          </a:xfrm>
          <a:prstGeom prst="rect">
            <a:avLst/>
          </a:prstGeom>
          <a:ln w="38100">
            <a:solidFill>
              <a:srgbClr val="E5323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54271" tIns="127135" rIns="254271" bIns="127135">
            <a:normAutofit/>
          </a:bodyPr>
          <a:lstStyle>
            <a:lvl1pPr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2944931">
              <a:spcBef>
                <a:spcPts val="424"/>
              </a:spcBef>
              <a:spcAft>
                <a:spcPts val="848"/>
              </a:spcAft>
            </a:pPr>
            <a:r>
              <a:rPr lang="en-US" altLang="en-US" sz="3390" b="1" dirty="0">
                <a:solidFill>
                  <a:srgbClr val="E532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Future Works</a:t>
            </a:r>
          </a:p>
          <a:p>
            <a:pPr algn="just" defTabSz="2944931">
              <a:spcBef>
                <a:spcPct val="20000"/>
              </a:spcBef>
            </a:pPr>
            <a:r>
              <a:rPr lang="en-US" altLang="en-US" sz="2260" dirty="0">
                <a:latin typeface="Arial Narrow" panose="020B0606020202030204" pitchFamily="34" charset="0"/>
              </a:rPr>
              <a:t>Include recommendations and future works</a:t>
            </a: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 bwMode="auto">
          <a:xfrm>
            <a:off x="10764093" y="22562971"/>
            <a:ext cx="9915963" cy="3763797"/>
          </a:xfrm>
          <a:prstGeom prst="rect">
            <a:avLst/>
          </a:prstGeom>
          <a:ln w="38100">
            <a:solidFill>
              <a:srgbClr val="E5323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54271" tIns="127135" rIns="254271" bIns="127135">
            <a:normAutofit/>
          </a:bodyPr>
          <a:lstStyle>
            <a:lvl1pPr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2944931">
              <a:spcBef>
                <a:spcPts val="424"/>
              </a:spcBef>
              <a:spcAft>
                <a:spcPts val="848"/>
              </a:spcAft>
            </a:pPr>
            <a:r>
              <a:rPr lang="en-US" altLang="en-US" sz="3390" b="1">
                <a:solidFill>
                  <a:srgbClr val="E532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Conclusion</a:t>
            </a:r>
            <a:endParaRPr lang="en-US" altLang="en-US" sz="3390" b="1" dirty="0">
              <a:solidFill>
                <a:srgbClr val="E532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algn="just" defTabSz="2944931">
              <a:spcBef>
                <a:spcPct val="20000"/>
              </a:spcBef>
            </a:pPr>
            <a:r>
              <a:rPr lang="en-US" altLang="en-US" sz="2260" dirty="0">
                <a:latin typeface="Arial Narrow" panose="020B0606020202030204" pitchFamily="34" charset="0"/>
              </a:rPr>
              <a:t>Conclusion goes here</a:t>
            </a: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  <a:p>
            <a:pPr algn="just" defTabSz="2944931">
              <a:spcBef>
                <a:spcPct val="20000"/>
              </a:spcBef>
            </a:pPr>
            <a:endParaRPr lang="en-US" altLang="en-US" sz="2260" dirty="0">
              <a:latin typeface="Arial Narrow" panose="020B060602020203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3FEACC5-5FA7-4E2C-8766-1682E73A74C0}"/>
              </a:ext>
            </a:extLst>
          </p:cNvPr>
          <p:cNvSpPr txBox="1">
            <a:spLocks/>
          </p:cNvSpPr>
          <p:nvPr/>
        </p:nvSpPr>
        <p:spPr bwMode="auto">
          <a:xfrm>
            <a:off x="703569" y="9441306"/>
            <a:ext cx="9845386" cy="4954606"/>
          </a:xfrm>
          <a:prstGeom prst="rect">
            <a:avLst/>
          </a:prstGeom>
          <a:ln w="38100">
            <a:solidFill>
              <a:srgbClr val="E53233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54271" tIns="127135" rIns="254271" bIns="127135">
            <a:normAutofit/>
          </a:bodyPr>
          <a:lstStyle>
            <a:lvl1pPr>
              <a:defRPr sz="4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hangingPunct="0">
              <a:defRPr sz="4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2944931">
              <a:spcBef>
                <a:spcPts val="424"/>
              </a:spcBef>
              <a:spcAft>
                <a:spcPts val="848"/>
              </a:spcAft>
            </a:pPr>
            <a:r>
              <a:rPr lang="en-US" altLang="en-US" sz="3390" b="1" dirty="0">
                <a:solidFill>
                  <a:srgbClr val="E532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Problem</a:t>
            </a:r>
            <a:endParaRPr lang="en-US" altLang="en-US" sz="1978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  <a:ea typeface="Open Sans SemiBold" panose="020B0706030804020204" pitchFamily="34" charset="0"/>
              <a:cs typeface="Calibri" pitchFamily="34" charset="0"/>
            </a:endParaRPr>
          </a:p>
          <a:p>
            <a:pPr algn="just" defTabSz="2944931">
              <a:spcBef>
                <a:spcPct val="20000"/>
              </a:spcBef>
            </a:pPr>
            <a:r>
              <a:rPr lang="en-US" altLang="fr-FR" sz="2260" dirty="0">
                <a:latin typeface="Arial Narrow" panose="020B0606020202030204" pitchFamily="34" charset="0"/>
              </a:rPr>
              <a:t>To include Problem statements and/or Research questions and/or Research Objectives and/or Research aims and/or hypothesis as appropriate.</a:t>
            </a:r>
            <a:endParaRPr lang="en-US" altLang="en-US" sz="2260" dirty="0">
              <a:solidFill>
                <a:srgbClr val="E532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9495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5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9495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5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Metadata/LabelInfo.xml><?xml version="1.0" encoding="utf-8"?>
<clbl:labelList xmlns:clbl="http://schemas.microsoft.com/office/2020/mipLabelMetadata">
  <clbl:label id="{b63ccca9-c1ef-42e5-8b5f-ba262db88ee1}" enabled="1" method="Standard" siteId="{3f639a9b-27c8-4403-82b1-ebfb88052d1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198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Open Sans</vt:lpstr>
      <vt:lpstr>Open Sans Light</vt:lpstr>
      <vt:lpstr>Open Sans SemiBold</vt:lpstr>
      <vt:lpstr>Default Design</vt:lpstr>
      <vt:lpstr>Project title goes here and here</vt:lpstr>
    </vt:vector>
  </TitlesOfParts>
  <Company>Swinburne University of Technology Sarawak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Poster</dc:title>
  <dc:creator>HS Chua</dc:creator>
  <cp:lastModifiedBy>Brian ChungShiong Loh</cp:lastModifiedBy>
  <cp:revision>26</cp:revision>
  <dcterms:created xsi:type="dcterms:W3CDTF">2007-05-03T01:37:41Z</dcterms:created>
  <dcterms:modified xsi:type="dcterms:W3CDTF">2025-11-10T06:48:55Z</dcterms:modified>
</cp:coreProperties>
</file>